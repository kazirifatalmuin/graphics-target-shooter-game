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7ECC4C-4D39-4A95-A4D5-1A2286ABF750}" v="13" dt="2026-10-12T07:48:57.8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817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sources: report/report.tex; 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sources: report/report-sections.tex, Sections 1–2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sources: report/report-sections.tex, Section 2.2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sources: docs/images/release-level-1.png through release-level-7.png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sources: objects/weapon-pistol/; report/report-sections.tex, Section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sources: objects/weapon-pistol/; report/report-sections.tex, Section 3.5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sources: objects/weapon-shotgun/; objects/weapon-rifle/; report/report-sections.tex, Section 3.6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sources: objects/target/; report/report-sections.tex, Section 3.7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sources: objects/human/; objects/bird/; report/report-sections.tex, Section 4.2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sources: report/report-sections.tex, Section 7; lighting/day-2-mask-15.png; lighting/night-2-mask-15.png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sources: report/report-sections.tex, Sections 7.1–7.2; lighting/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sources: report/report-sections.tex, Section 7.3; lighting/night-*-mask-15.png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sources: report/report-sections.tex, Section 7.3; lighting/night-*-mask-15-close.png; shaders/lighting.glsl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sources: report/report-sections.tex, Conclusion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2EE09D-9DE3-56B7-ABC2-677D56AF8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D87ED-B863-4CA0-B986-0480143281F2}" type="datetime3">
              <a:rPr lang="en-US" smtClean="0"/>
              <a:t>12 October 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31B249-A7EC-56E2-0DCD-5EAE2E450FA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30938E-A7D2-473C-9971-7885836625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4F25AD-BDE5-F772-D307-F6E5C834E5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09E70B-0495-4E28-B610-0A2DA0F56FAF}" type="datetime3">
              <a:rPr lang="en-US" smtClean="0"/>
              <a:t>12 October 2026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9607CB-EFDC-5D6F-42A5-5E8785458B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30938E-A7D2-473C-9971-78858366256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4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58368" y="722376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Target Shooter</a:t>
            </a:r>
            <a:endParaRPr lang="en-US" sz="400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86EAD8B8-A5FD-B000-3C1A-B56549A5FD81}"/>
              </a:ext>
            </a:extLst>
          </p:cNvPr>
          <p:cNvSpPr/>
          <p:nvPr/>
        </p:nvSpPr>
        <p:spPr>
          <a:xfrm>
            <a:off x="694944" y="1675767"/>
            <a:ext cx="29454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interactive graphics project</a:t>
            </a:r>
            <a:endParaRPr lang="en-US" sz="2900" dirty="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560AA629-9C3A-994D-DC0B-39606D24EDB9}"/>
              </a:ext>
            </a:extLst>
          </p:cNvPr>
          <p:cNvSpPr/>
          <p:nvPr/>
        </p:nvSpPr>
        <p:spPr>
          <a:xfrm>
            <a:off x="694944" y="3132596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Kazi Rifat Al Muin</a:t>
            </a:r>
            <a:endParaRPr lang="en-US" sz="2300" dirty="0"/>
          </a:p>
          <a:p>
            <a:pPr marL="0" indent="0">
              <a:buNone/>
            </a:pPr>
            <a:r>
              <a:rPr lang="en-US" sz="2300" b="1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Roll: 2107042</a:t>
            </a:r>
            <a:endParaRPr lang="en-US" sz="2300" dirty="0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884E2C2B-CF7E-8DE8-E2AF-534A4C237E6B}"/>
              </a:ext>
            </a:extLst>
          </p:cNvPr>
          <p:cNvSpPr/>
          <p:nvPr/>
        </p:nvSpPr>
        <p:spPr>
          <a:xfrm>
            <a:off x="694944" y="4613817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atin typeface="Aptos" pitchFamily="34" charset="0"/>
                <a:ea typeface="Aptos" pitchFamily="34" charset="-122"/>
                <a:cs typeface="Aptos" pitchFamily="34" charset="-120"/>
              </a:rPr>
              <a:t>CSE 4102</a:t>
            </a:r>
            <a:r>
              <a:rPr lang="en-US" sz="1600" dirty="0"/>
              <a:t>: </a:t>
            </a:r>
            <a:r>
              <a:rPr lang="en-US" sz="1600" dirty="0">
                <a:latin typeface="Aptos" pitchFamily="34" charset="0"/>
                <a:ea typeface="Aptos" pitchFamily="34" charset="-122"/>
                <a:cs typeface="Aptos" pitchFamily="34" charset="-120"/>
              </a:rPr>
              <a:t>Computer Graphics and </a:t>
            </a:r>
          </a:p>
          <a:p>
            <a:pPr marL="0" indent="0">
              <a:buNone/>
            </a:pPr>
            <a:r>
              <a:rPr lang="en-US" sz="1600" dirty="0">
                <a:latin typeface="Aptos" pitchFamily="34" charset="0"/>
                <a:ea typeface="Aptos" pitchFamily="34" charset="-122"/>
                <a:cs typeface="Aptos" pitchFamily="34" charset="-120"/>
              </a:rPr>
              <a:t>Image Processing Laboratory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latin typeface="Aptos" pitchFamily="34" charset="0"/>
                <a:ea typeface="Aptos" pitchFamily="34" charset="-122"/>
                <a:cs typeface="Aptos" pitchFamily="34" charset="-120"/>
              </a:rPr>
              <a:t>Khulna University of Engineering &amp; Technology</a:t>
            </a:r>
            <a:endParaRPr lang="en-US" sz="1600" dirty="0"/>
          </a:p>
        </p:txBody>
      </p:sp>
      <p:pic>
        <p:nvPicPr>
          <p:cNvPr id="19" name="Image 0" descr="C:\Users\USER\OneDrive\My Codes\GitHub\Graphics-Project\docs\images\release-arena.png">
            <a:extLst>
              <a:ext uri="{FF2B5EF4-FFF2-40B4-BE49-F238E27FC236}">
                <a16:creationId xmlns:a16="http://schemas.microsoft.com/office/drawing/2014/main" id="{E31CB5BA-368A-18CF-E663-715060745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3821" y="1510416"/>
            <a:ext cx="6844654" cy="42779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0" descr="C:\Users\USER\OneDrive\My Codes\GitHub\Graphics-Project\docs\images\release-pist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852231"/>
            <a:ext cx="5294376" cy="330898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944" y="5280088"/>
            <a:ext cx="5294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Player view — aiming, targets and HUD</a:t>
            </a:r>
            <a:endParaRPr lang="en-US" sz="1200" dirty="0"/>
          </a:p>
        </p:txBody>
      </p:sp>
      <p:pic>
        <p:nvPicPr>
          <p:cNvPr id="11" name="Image 1" descr="C:\Users\USER\OneDrive\My Codes\GitHub\Graphics-Project\docs\images\release-aren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0488" y="1852231"/>
            <a:ext cx="5294376" cy="330898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90488" y="5283679"/>
            <a:ext cx="5294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Arena view — walls, cover and firing lanes</a:t>
            </a:r>
            <a:endParaRPr lang="en-US" sz="1200" dirty="0"/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F4180667-8D75-8227-4590-668331CCC9FA}"/>
              </a:ext>
            </a:extLst>
          </p:cNvPr>
          <p:cNvSpPr/>
          <p:nvPr/>
        </p:nvSpPr>
        <p:spPr>
          <a:xfrm>
            <a:off x="658368" y="722376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3147"/>
                </a:solidFill>
                <a:latin typeface="Aptos" pitchFamily="34" charset="0"/>
              </a:rPr>
              <a:t>Game View</a:t>
            </a:r>
            <a:endParaRPr lang="en-US" sz="3000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7BD1AD1-2293-2F9C-7626-91190D53B6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30938E-A7D2-473C-9971-788583662566}" type="slidenum">
              <a:rPr lang="en-US" smtClean="0"/>
              <a:t>2</a:t>
            </a:fld>
            <a:endParaRPr lang="en-US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DEDB4517-3252-541C-98EC-C45C28AC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5DAE6-56AB-4962-9862-3A154EA49B02}" type="datetime3">
              <a:rPr lang="en-US" smtClean="0"/>
              <a:t>12 October 2026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58368" y="722376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seven Challenge levels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" y="1600200"/>
          <a:ext cx="10789920" cy="3803904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83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Level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Walking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Motion / cover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NPCs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D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Locked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Stationary targets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None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Locked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Centre target moves horizontally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None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Locked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Separate X, Y and Z motion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None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Enabled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Cargo cover, longer range and rotation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None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Enabled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Compound target trajectories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 birds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Enabled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Faster three-axis trajectories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 birds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Enabled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Final pair: faster motion and spin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48 birds; 36 humans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658368" y="5602684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46 targets across seven levels; movement unlocks from Level 4.</a:t>
            </a:r>
            <a:endParaRPr lang="en-US" sz="18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DA3045-C9F3-FDB4-E021-915CB6BD59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30938E-A7D2-473C-9971-788583662566}" type="slidenum">
              <a:rPr lang="en-US" smtClean="0"/>
              <a:t>3</a:t>
            </a:fld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E6F4467D-6DB6-7FFC-6510-7568B1C8D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30CFA-8A17-43F7-A898-3D9CFA1308FF}" type="datetime3">
              <a:rPr lang="en-US" smtClean="0"/>
              <a:t>12 October 2026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58368" y="722376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Seven levels in pictures</a:t>
            </a:r>
            <a:endParaRPr lang="en-US" sz="3000" dirty="0"/>
          </a:p>
        </p:txBody>
      </p:sp>
      <p:pic>
        <p:nvPicPr>
          <p:cNvPr id="9" name="Image 0" descr="C:\Users\USER\OneDrive\My Codes\GitHub\Graphics-Project\docs\images\release-level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677638"/>
            <a:ext cx="2546604" cy="15916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944" y="3511296"/>
            <a:ext cx="25466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Stationary</a:t>
            </a:r>
            <a:endParaRPr lang="en-US" sz="1200" dirty="0"/>
          </a:p>
        </p:txBody>
      </p:sp>
      <p:pic>
        <p:nvPicPr>
          <p:cNvPr id="11" name="Image 1" descr="C:\Users\USER\OneDrive\My Codes\GitHub\Graphics-Project\docs\images\release-level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2716" y="1677638"/>
            <a:ext cx="2546604" cy="159162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442716" y="3511296"/>
            <a:ext cx="25466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Horizontal motion</a:t>
            </a:r>
            <a:endParaRPr lang="en-US" sz="1200" dirty="0"/>
          </a:p>
        </p:txBody>
      </p:sp>
      <p:pic>
        <p:nvPicPr>
          <p:cNvPr id="13" name="Image 2" descr="C:\Users\USER\OneDrive\My Codes\GitHub\Graphics-Project\docs\images\release-level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0488" y="1677638"/>
            <a:ext cx="2546604" cy="159162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190488" y="3511296"/>
            <a:ext cx="25466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Separate motion axes</a:t>
            </a:r>
            <a:endParaRPr lang="en-US" sz="1200" dirty="0"/>
          </a:p>
        </p:txBody>
      </p:sp>
      <p:pic>
        <p:nvPicPr>
          <p:cNvPr id="15" name="Image 3" descr="C:\Users\USER\OneDrive\My Codes\GitHub\Graphics-Project\docs\images\release-level-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38260" y="1677638"/>
            <a:ext cx="2546604" cy="159162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938260" y="3511296"/>
            <a:ext cx="25466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 Cover + rotation</a:t>
            </a:r>
            <a:endParaRPr lang="en-US" sz="1200" dirty="0"/>
          </a:p>
        </p:txBody>
      </p:sp>
      <p:pic>
        <p:nvPicPr>
          <p:cNvPr id="17" name="Image 4" descr="C:\Users\USER\OneDrive\My Codes\GitHub\Graphics-Project\docs\images\release-level-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44" y="4009358"/>
            <a:ext cx="2546604" cy="159162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94944" y="5843016"/>
            <a:ext cx="25466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 Compound motion + birds</a:t>
            </a:r>
            <a:endParaRPr lang="en-US" sz="1200" dirty="0"/>
          </a:p>
        </p:txBody>
      </p:sp>
      <p:pic>
        <p:nvPicPr>
          <p:cNvPr id="19" name="Image 5" descr="C:\Users\USER\OneDrive\My Codes\GitHub\Graphics-Project\docs\images\release-level-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42716" y="4009358"/>
            <a:ext cx="2546604" cy="1591628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3442716" y="5843016"/>
            <a:ext cx="25466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 Faster motion</a:t>
            </a:r>
            <a:endParaRPr lang="en-US" sz="1200" dirty="0"/>
          </a:p>
        </p:txBody>
      </p:sp>
      <p:pic>
        <p:nvPicPr>
          <p:cNvPr id="21" name="Image 6" descr="C:\Users\USER\OneDrive\My Codes\GitHub\Graphics-Project\docs\images\release-level-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0488" y="4009358"/>
            <a:ext cx="2546604" cy="1591628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6190488" y="5843016"/>
            <a:ext cx="25466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 Birds + humans</a:t>
            </a:r>
            <a:endParaRPr lang="en-US" sz="1200" dirty="0"/>
          </a:p>
        </p:txBody>
      </p:sp>
      <p:pic>
        <p:nvPicPr>
          <p:cNvPr id="23" name="Image 7" descr="C:\Users\USER\OneDrive\My Codes\GitHub\Graphics-Project\docs\images\release-level-7-result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38260" y="4009358"/>
            <a:ext cx="2546604" cy="1591628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8938260" y="5843016"/>
            <a:ext cx="25466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Final-level results</a:t>
            </a:r>
            <a:endParaRPr lang="en-US" sz="12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1D2E4C9-6411-E6CC-A437-8BAFF822CA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30938E-A7D2-473C-9971-788583662566}" type="slidenum">
              <a:rPr lang="en-US" smtClean="0"/>
              <a:t>4</a:t>
            </a:fld>
            <a:endParaRPr lang="en-US"/>
          </a:p>
        </p:txBody>
      </p:sp>
      <p:sp>
        <p:nvSpPr>
          <p:cNvPr id="25" name="Date Placeholder 24">
            <a:extLst>
              <a:ext uri="{FF2B5EF4-FFF2-40B4-BE49-F238E27FC236}">
                <a16:creationId xmlns:a16="http://schemas.microsoft.com/office/drawing/2014/main" id="{8043C53B-0878-CC3B-BBB9-EBC74C857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328F3-E954-4C0B-86C7-D8B30A272242}" type="datetime3">
              <a:rPr lang="en-US" smtClean="0"/>
              <a:t>12 October 2026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0" descr="C:\Users\USER\OneDrive\My Codes\GitHub\Graphics-Project\objects\weapon-pistol\part-0-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368868"/>
            <a:ext cx="2546604" cy="190995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8368" y="4415981"/>
            <a:ext cx="25466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cube</a:t>
            </a:r>
            <a:endParaRPr lang="en-US" sz="1200" dirty="0"/>
          </a:p>
        </p:txBody>
      </p:sp>
      <p:pic>
        <p:nvPicPr>
          <p:cNvPr id="11" name="Image 1" descr="C:\Users\USER\OneDrive\My Codes\GitHub\Graphics-Project\objects\weapon-pistol\part-0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2716" y="2368868"/>
            <a:ext cx="2546604" cy="190995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442716" y="4415981"/>
            <a:ext cx="25466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Scaled component</a:t>
            </a:r>
            <a:endParaRPr lang="en-US" sz="1200" dirty="0"/>
          </a:p>
        </p:txBody>
      </p:sp>
      <p:pic>
        <p:nvPicPr>
          <p:cNvPr id="13" name="Image 2" descr="C:\Users\USER\OneDrive\My Codes\GitHub\Graphics-Project\objects\weapon-pistol\part-0-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0488" y="2368868"/>
            <a:ext cx="2546604" cy="190995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144768" y="4415981"/>
            <a:ext cx="25466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Placed component</a:t>
            </a:r>
            <a:endParaRPr lang="en-US" sz="1200" dirty="0"/>
          </a:p>
        </p:txBody>
      </p:sp>
      <p:pic>
        <p:nvPicPr>
          <p:cNvPr id="15" name="Image 3" descr="C:\Users\USER\OneDrive\My Codes\GitHub\Graphics-Project\objects\weapon-pistol\comple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38260" y="2368868"/>
            <a:ext cx="2546604" cy="190995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938260" y="4415981"/>
            <a:ext cx="25466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pistol</a:t>
            </a:r>
            <a:endParaRPr lang="en-US" sz="1200" dirty="0"/>
          </a:p>
        </p:txBody>
      </p:sp>
      <p:sp>
        <p:nvSpPr>
          <p:cNvPr id="17" name="Shape 10"/>
          <p:cNvSpPr/>
          <p:nvPr/>
        </p:nvSpPr>
        <p:spPr>
          <a:xfrm>
            <a:off x="3442716" y="5234654"/>
            <a:ext cx="5029200" cy="557784"/>
          </a:xfrm>
          <a:prstGeom prst="rect">
            <a:avLst/>
          </a:prstGeom>
          <a:solidFill>
            <a:srgbClr val="E8F2F5"/>
          </a:solidFill>
          <a:ln w="12700">
            <a:solidFill>
              <a:srgbClr val="E8F2F5">
                <a:alpha val="0"/>
              </a:srgbClr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3589020" y="5316950"/>
            <a:ext cx="4736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dirty="0">
                <a:solidFill>
                  <a:srgbClr val="147D9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 = T Rz Ry Rx H S</a:t>
            </a:r>
            <a:endParaRPr lang="en-US" sz="2500" dirty="0"/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8A6C13C4-2934-52B7-1CC4-8173E2AD98A6}"/>
              </a:ext>
            </a:extLst>
          </p:cNvPr>
          <p:cNvSpPr/>
          <p:nvPr/>
        </p:nvSpPr>
        <p:spPr>
          <a:xfrm>
            <a:off x="658368" y="722376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 Construction using 3D Transformation</a:t>
            </a:r>
            <a:endParaRPr lang="en-US" sz="3000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FE973D27-56D7-6651-23B9-04A7AB35381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30938E-A7D2-473C-9971-788583662566}" type="slidenum">
              <a:rPr lang="en-US" smtClean="0"/>
              <a:t>5</a:t>
            </a:fld>
            <a:endParaRPr lang="en-US"/>
          </a:p>
        </p:txBody>
      </p:sp>
      <p:sp>
        <p:nvSpPr>
          <p:cNvPr id="21" name="Date Placeholder 20">
            <a:extLst>
              <a:ext uri="{FF2B5EF4-FFF2-40B4-BE49-F238E27FC236}">
                <a16:creationId xmlns:a16="http://schemas.microsoft.com/office/drawing/2014/main" id="{29E5B5C8-AA73-3893-950A-07DF13BF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5C1AA-8519-47F7-8C28-1CE6355C6629}" type="datetime3">
              <a:rPr lang="en-US" smtClean="0"/>
              <a:t>12 October 2026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58368" y="722376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Pistol: from first part to complete model</a:t>
            </a:r>
            <a:endParaRPr lang="en-US" sz="3000" dirty="0"/>
          </a:p>
        </p:txBody>
      </p:sp>
      <p:pic>
        <p:nvPicPr>
          <p:cNvPr id="9" name="Image 0" descr="C:\Users\USER\OneDrive\My Codes\GitHub\Graphics-Project\objects\weapon-pistol\assembly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096" y="1508760"/>
            <a:ext cx="2554224" cy="19156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944" y="3515868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Assembly after 1 parts</a:t>
            </a:r>
            <a:endParaRPr lang="en-US" sz="1200" dirty="0"/>
          </a:p>
        </p:txBody>
      </p:sp>
      <p:pic>
        <p:nvPicPr>
          <p:cNvPr id="11" name="Image 1" descr="C:\Users\USER\OneDrive\My Codes\GitHub\Graphics-Project\objects\weapon-pistol\assembly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2792" y="1508760"/>
            <a:ext cx="2554224" cy="19156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358640" y="3515868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Assembly after 3 parts</a:t>
            </a:r>
            <a:endParaRPr lang="en-US" sz="1200" dirty="0"/>
          </a:p>
        </p:txBody>
      </p:sp>
      <p:pic>
        <p:nvPicPr>
          <p:cNvPr id="13" name="Image 2" descr="C:\Users\USER\OneDrive\My Codes\GitHub\Graphics-Project\objects\weapon-pistol\assembly-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6488" y="1508760"/>
            <a:ext cx="2554224" cy="19156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022336" y="3515868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Assembly after 5 parts</a:t>
            </a:r>
            <a:endParaRPr lang="en-US" sz="1200" dirty="0"/>
          </a:p>
        </p:txBody>
      </p:sp>
      <p:pic>
        <p:nvPicPr>
          <p:cNvPr id="15" name="Image 3" descr="C:\Users\USER\OneDrive\My Codes\GitHub\Graphics-Project\objects\weapon-pistol\assembly-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9096" y="3863340"/>
            <a:ext cx="2554224" cy="19156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94944" y="5870448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Assembly after 7 parts</a:t>
            </a:r>
            <a:endParaRPr lang="en-US" sz="1200" dirty="0"/>
          </a:p>
        </p:txBody>
      </p:sp>
      <p:pic>
        <p:nvPicPr>
          <p:cNvPr id="17" name="Image 4" descr="C:\Users\USER\OneDrive\My Codes\GitHub\Graphics-Project\objects\weapon-pistol\assembly-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2792" y="3863340"/>
            <a:ext cx="2554224" cy="191566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4358640" y="5870448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Assembly after 9 parts</a:t>
            </a:r>
            <a:endParaRPr lang="en-US" sz="1200" dirty="0"/>
          </a:p>
        </p:txBody>
      </p:sp>
      <p:pic>
        <p:nvPicPr>
          <p:cNvPr id="19" name="Image 5" descr="C:\Users\USER\OneDrive\My Codes\GitHub\Graphics-Project\objects\weapon-pistol\assembly-1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6488" y="3863340"/>
            <a:ext cx="2554224" cy="1915668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8022336" y="5870448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parts — complete pistol</a:t>
            </a:r>
            <a:endParaRPr lang="en-US" sz="12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C2DF018-46A0-C34A-6569-18A4F12ED8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30938E-A7D2-473C-9971-788583662566}" type="slidenum">
              <a:rPr lang="en-US" smtClean="0"/>
              <a:t>6</a:t>
            </a:fld>
            <a:endParaRPr lang="en-US"/>
          </a:p>
        </p:txBody>
      </p:sp>
      <p:sp>
        <p:nvSpPr>
          <p:cNvPr id="21" name="Date Placeholder 20">
            <a:extLst>
              <a:ext uri="{FF2B5EF4-FFF2-40B4-BE49-F238E27FC236}">
                <a16:creationId xmlns:a16="http://schemas.microsoft.com/office/drawing/2014/main" id="{57115EA5-8E1B-405B-D330-2A1297D94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49CA0-AA65-41DA-BA09-5499E571A159}" type="datetime3">
              <a:rPr lang="en-US" smtClean="0"/>
              <a:t>12 October 2026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58368" y="722376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Shotgun and Rifle: complete assemblies</a:t>
            </a:r>
            <a:endParaRPr lang="en-US" sz="3000" dirty="0"/>
          </a:p>
        </p:txBody>
      </p:sp>
      <p:pic>
        <p:nvPicPr>
          <p:cNvPr id="9" name="Image 0" descr="C:\Users\USER\OneDrive\My Codes\GitHub\Graphics-Project\objects\weapon-shotgun\assembly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096" y="1508760"/>
            <a:ext cx="2554224" cy="19156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944" y="3515868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Shotgun • first part</a:t>
            </a:r>
            <a:endParaRPr lang="en-US" sz="1200" dirty="0"/>
          </a:p>
        </p:txBody>
      </p:sp>
      <p:pic>
        <p:nvPicPr>
          <p:cNvPr id="11" name="Image 1" descr="C:\Users\USER\OneDrive\My Codes\GitHub\Graphics-Project\objects\weapon-shotgun\assembly-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2792" y="1508760"/>
            <a:ext cx="2554224" cy="19156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358640" y="3515868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Shotgun • 7 parts</a:t>
            </a:r>
            <a:endParaRPr lang="en-US" sz="1200" dirty="0"/>
          </a:p>
        </p:txBody>
      </p:sp>
      <p:pic>
        <p:nvPicPr>
          <p:cNvPr id="13" name="Image 2" descr="C:\Users\USER\OneDrive\My Codes\GitHub\Graphics-Project\objects\weapon-shotgun\assembly-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6488" y="1508760"/>
            <a:ext cx="2554224" cy="19156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022336" y="3515868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Shotgun • complete, 14 parts</a:t>
            </a:r>
            <a:endParaRPr lang="en-US" sz="1200" dirty="0"/>
          </a:p>
        </p:txBody>
      </p:sp>
      <p:pic>
        <p:nvPicPr>
          <p:cNvPr id="15" name="Image 3" descr="C:\Users\USER\OneDrive\My Codes\GitHub\Graphics-Project\objects\weapon-rifle\assembly-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9096" y="3863340"/>
            <a:ext cx="2554224" cy="19156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94944" y="5870448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Rifle • first part</a:t>
            </a:r>
            <a:endParaRPr lang="en-US" sz="1200" dirty="0"/>
          </a:p>
        </p:txBody>
      </p:sp>
      <p:pic>
        <p:nvPicPr>
          <p:cNvPr id="17" name="Image 4" descr="C:\Users\USER\OneDrive\My Codes\GitHub\Graphics-Project\objects\weapon-rifle\assembly-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2792" y="3863340"/>
            <a:ext cx="2554224" cy="191566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4358640" y="5870448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Rifle • 8 parts</a:t>
            </a:r>
            <a:endParaRPr lang="en-US" sz="1200" dirty="0"/>
          </a:p>
        </p:txBody>
      </p:sp>
      <p:pic>
        <p:nvPicPr>
          <p:cNvPr id="19" name="Image 5" descr="C:\Users\USER\OneDrive\My Codes\GitHub\Graphics-Project\objects\weapon-rifle\assembly-1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6488" y="3863340"/>
            <a:ext cx="2554224" cy="1915668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8022336" y="5870448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Rifle • complete, 15 parts</a:t>
            </a:r>
            <a:endParaRPr lang="en-US" sz="12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8779217-8389-AB21-CF56-AE7E6D4650D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30938E-A7D2-473C-9971-788583662566}" type="slidenum">
              <a:rPr lang="en-US" smtClean="0"/>
              <a:t>7</a:t>
            </a:fld>
            <a:endParaRPr lang="en-US"/>
          </a:p>
        </p:txBody>
      </p:sp>
      <p:sp>
        <p:nvSpPr>
          <p:cNvPr id="21" name="Date Placeholder 20">
            <a:extLst>
              <a:ext uri="{FF2B5EF4-FFF2-40B4-BE49-F238E27FC236}">
                <a16:creationId xmlns:a16="http://schemas.microsoft.com/office/drawing/2014/main" id="{A7B173DE-2E05-141B-7803-64BE1561B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E35E5-DCE7-4746-BEB8-C30DFC776345}" type="datetime3">
              <a:rPr lang="en-US" smtClean="0"/>
              <a:t>12 October 2026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58368" y="722376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stand, slices and scoring rings</a:t>
            </a:r>
            <a:endParaRPr lang="en-US" sz="3000" dirty="0"/>
          </a:p>
        </p:txBody>
      </p:sp>
      <p:pic>
        <p:nvPicPr>
          <p:cNvPr id="9" name="Image 0" descr="C:\Users\USER\OneDrive\My Codes\GitHub\Graphics-Project\objects\target\assembly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776" y="1490472"/>
            <a:ext cx="2340864" cy="17556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944" y="3337560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</a:t>
            </a:r>
            <a:endParaRPr lang="en-US" sz="1200" dirty="0"/>
          </a:p>
        </p:txBody>
      </p:sp>
      <p:pic>
        <p:nvPicPr>
          <p:cNvPr id="11" name="Image 1" descr="C:\Users\USER\OneDrive\My Codes\GitHub\Graphics-Project\objects\target\assembly-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490472"/>
            <a:ext cx="2340864" cy="17556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358640" y="3337560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stand</a:t>
            </a:r>
            <a:endParaRPr lang="en-US" sz="1200" dirty="0"/>
          </a:p>
        </p:txBody>
      </p:sp>
      <p:pic>
        <p:nvPicPr>
          <p:cNvPr id="13" name="Image 2" descr="C:\Users\USER\OneDrive\My Codes\GitHub\Graphics-Project\objects\target\assembly-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3168" y="1490472"/>
            <a:ext cx="2340864" cy="175564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022336" y="3337560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8 plate slices</a:t>
            </a:r>
            <a:endParaRPr lang="en-US" sz="1200" dirty="0"/>
          </a:p>
        </p:txBody>
      </p:sp>
      <p:pic>
        <p:nvPicPr>
          <p:cNvPr id="15" name="Image 3" descr="C:\Users\USER\OneDrive\My Codes\GitHub\Graphics-Project\objects\target\assembly-2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5776" y="3685032"/>
            <a:ext cx="2340864" cy="175564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94944" y="5532120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16 plate slices</a:t>
            </a:r>
            <a:endParaRPr lang="en-US" sz="1200" dirty="0"/>
          </a:p>
        </p:txBody>
      </p:sp>
      <p:pic>
        <p:nvPicPr>
          <p:cNvPr id="17" name="Image 4" descr="C:\Users\USER\OneDrive\My Codes\GitHub\Graphics-Project\objects\target\assembly-3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9472" y="3685032"/>
            <a:ext cx="2340864" cy="175564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4358640" y="5532120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 parts — complete target</a:t>
            </a:r>
            <a:endParaRPr lang="en-US" sz="1200" dirty="0"/>
          </a:p>
        </p:txBody>
      </p:sp>
      <p:pic>
        <p:nvPicPr>
          <p:cNvPr id="19" name="Image 5" descr="C:\Users\USER\OneDrive\My Codes\GitHub\Graphics-Project\docs\images\release-target-fron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9082" y="3685032"/>
            <a:ext cx="2809037" cy="1755648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8022336" y="5532120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 shader-generated rings</a:t>
            </a:r>
            <a:endParaRPr lang="en-US" sz="1200" dirty="0"/>
          </a:p>
        </p:txBody>
      </p:sp>
      <p:sp>
        <p:nvSpPr>
          <p:cNvPr id="21" name="Text 12"/>
          <p:cNvSpPr/>
          <p:nvPr/>
        </p:nvSpPr>
        <p:spPr>
          <a:xfrm>
            <a:off x="694944" y="5989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 plate slices:  width = 2√(r² − y²)</a:t>
            </a:r>
            <a:endParaRPr lang="en-US" sz="18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BBA1F5B-89F6-5811-342D-260F322C84B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30938E-A7D2-473C-9971-788583662566}" type="slidenum">
              <a:rPr lang="en-US" smtClean="0"/>
              <a:t>8</a:t>
            </a:fld>
            <a:endParaRPr lang="en-US"/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C70EA746-398B-29E2-175A-EC78F5F23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3727-8DB0-479A-83DE-7EB7A32467C7}" type="datetime3">
              <a:rPr lang="en-US" smtClean="0"/>
              <a:t>12 October 2026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58368" y="722376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and Bird: multipart construction</a:t>
            </a:r>
            <a:endParaRPr lang="en-US" sz="3000" dirty="0"/>
          </a:p>
        </p:txBody>
      </p:sp>
      <p:pic>
        <p:nvPicPr>
          <p:cNvPr id="9" name="Image 0" descr="C:\Users\USER\OneDrive\My Codes\GitHub\Graphics-Project\objects\human\assembly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336" y="1508760"/>
            <a:ext cx="2523744" cy="18928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944" y="3493008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• first part</a:t>
            </a:r>
            <a:endParaRPr lang="en-US" sz="1200" dirty="0"/>
          </a:p>
        </p:txBody>
      </p:sp>
      <p:pic>
        <p:nvPicPr>
          <p:cNvPr id="11" name="Image 1" descr="C:\Users\USER\OneDrive\My Codes\GitHub\Graphics-Project\objects\human\assembly-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1508760"/>
            <a:ext cx="2523744" cy="18928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358640" y="3493008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• 10 parts</a:t>
            </a:r>
            <a:endParaRPr lang="en-US" sz="1200" dirty="0"/>
          </a:p>
        </p:txBody>
      </p:sp>
      <p:pic>
        <p:nvPicPr>
          <p:cNvPr id="13" name="Image 2" descr="C:\Users\USER\OneDrive\My Codes\GitHub\Graphics-Project\objects\human\assembly-2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1728" y="1508760"/>
            <a:ext cx="2523744" cy="189280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022336" y="3493008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• complete, 21 cuboids</a:t>
            </a:r>
            <a:endParaRPr lang="en-US" sz="1200" dirty="0"/>
          </a:p>
        </p:txBody>
      </p:sp>
      <p:pic>
        <p:nvPicPr>
          <p:cNvPr id="15" name="Image 3" descr="C:\Users\USER\OneDrive\My Codes\GitHub\Graphics-Project\objects\bird\assembly-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4336" y="3840480"/>
            <a:ext cx="2523744" cy="189280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94944" y="5824728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Bird • first part</a:t>
            </a:r>
            <a:endParaRPr lang="en-US" sz="1200" dirty="0"/>
          </a:p>
        </p:txBody>
      </p:sp>
      <p:pic>
        <p:nvPicPr>
          <p:cNvPr id="17" name="Image 4" descr="C:\Users\USER\OneDrive\My Codes\GitHub\Graphics-Project\objects\bird\assembly-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8032" y="3840480"/>
            <a:ext cx="2523744" cy="189280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4358640" y="5824728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Bird • 5 parts</a:t>
            </a:r>
            <a:endParaRPr lang="en-US" sz="1200" dirty="0"/>
          </a:p>
        </p:txBody>
      </p:sp>
      <p:pic>
        <p:nvPicPr>
          <p:cNvPr id="19" name="Image 5" descr="C:\Users\USER\OneDrive\My Codes\GitHub\Graphics-Project\objects\bird\assembly-1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91728" y="3840480"/>
            <a:ext cx="2523744" cy="1892808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8022336" y="5824728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Bird • complete, 10 cuboids</a:t>
            </a:r>
            <a:endParaRPr lang="en-US" sz="1200" dirty="0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C179DC45-F479-4A0C-F40C-AACC203367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30938E-A7D2-473C-9971-788583662566}" type="slidenum">
              <a:rPr lang="en-US" smtClean="0"/>
              <a:t>9</a:t>
            </a:fld>
            <a:endParaRPr lang="en-US"/>
          </a:p>
        </p:txBody>
      </p:sp>
      <p:sp>
        <p:nvSpPr>
          <p:cNvPr id="25" name="Date Placeholder 24">
            <a:extLst>
              <a:ext uri="{FF2B5EF4-FFF2-40B4-BE49-F238E27FC236}">
                <a16:creationId xmlns:a16="http://schemas.microsoft.com/office/drawing/2014/main" id="{FA427B4B-8D35-BBEC-AAE2-5CCD8D92D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D690A-499B-410C-8BC5-B40E42DB23C0}" type="datetime3">
              <a:rPr lang="en-US" smtClean="0"/>
              <a:t>12 October 2026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58368" y="722376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Lighting: Day and Night</a:t>
            </a:r>
            <a:endParaRPr lang="en-US" sz="3000" dirty="0"/>
          </a:p>
        </p:txBody>
      </p:sp>
      <p:pic>
        <p:nvPicPr>
          <p:cNvPr id="9" name="Image 0" descr="C:\Users\USER\OneDrive\My Codes\GitHub\Graphics-Project\lighting\day-2-mask-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1554480"/>
            <a:ext cx="5266944" cy="39502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944" y="5596128"/>
            <a:ext cx="5294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: ambient fill and directional sunlight</a:t>
            </a:r>
            <a:endParaRPr lang="en-US" sz="1200" dirty="0"/>
          </a:p>
        </p:txBody>
      </p:sp>
      <p:pic>
        <p:nvPicPr>
          <p:cNvPr id="11" name="Image 1" descr="C:\Users\USER\OneDrive\My Codes\GitHub\Graphics-Project\lighting\night-2-mask-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4204" y="1554480"/>
            <a:ext cx="5266944" cy="39502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90488" y="5596128"/>
            <a:ext cx="5294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Night : ambient fill, 8 point lamps and 6 spotlights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694944" y="59436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scene and camera; different source intensities.</a:t>
            </a:r>
            <a:endParaRPr lang="en-US" sz="18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DC7A52A-E7EB-5C34-6B76-10530AB446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30938E-A7D2-473C-9971-788583662566}" type="slidenum">
              <a:rPr lang="en-US" smtClean="0"/>
              <a:t>10</a:t>
            </a:fld>
            <a:endParaRPr lang="en-US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BFB2EDB-A3AB-F249-D701-8BFF5B85E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4FA03-115D-4B7C-93D0-3B179DB11E76}" type="datetime3">
              <a:rPr lang="en-US" smtClean="0"/>
              <a:t>12 October 2026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58368" y="722376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Lighting: Source-by-source comparison</a:t>
            </a:r>
            <a:endParaRPr lang="en-US" sz="3000" dirty="0"/>
          </a:p>
        </p:txBody>
      </p:sp>
      <p:pic>
        <p:nvPicPr>
          <p:cNvPr id="9" name="Image 0" descr="C:\Users\USER\OneDrive\My Codes\GitHub\Graphics-Project\lighting\day-2-mask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5020" y="1481328"/>
            <a:ext cx="2554224" cy="19156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944" y="3428054"/>
            <a:ext cx="5294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Ambient — constant background fill</a:t>
            </a:r>
            <a:endParaRPr lang="en-US" sz="1200" dirty="0"/>
          </a:p>
        </p:txBody>
      </p:sp>
      <p:pic>
        <p:nvPicPr>
          <p:cNvPr id="11" name="Image 1" descr="C:\Users\USER\OneDrive\My Codes\GitHub\Graphics-Project\lighting\day-2-mask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0564" y="1481328"/>
            <a:ext cx="2554224" cy="19156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90488" y="3428054"/>
            <a:ext cx="5294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Directional — orientation-dependent sunlight</a:t>
            </a:r>
            <a:endParaRPr lang="en-US" sz="1200" dirty="0"/>
          </a:p>
        </p:txBody>
      </p:sp>
      <p:pic>
        <p:nvPicPr>
          <p:cNvPr id="13" name="Image 2" descr="C:\Users\USER\OneDrive\My Codes\GitHub\Graphics-Project\lighting\night-2-mask-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5020" y="3835908"/>
            <a:ext cx="2554224" cy="19156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94944" y="5843016"/>
            <a:ext cx="5294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 lamps — local light with distance falloff</a:t>
            </a:r>
            <a:endParaRPr lang="en-US" sz="1200" dirty="0"/>
          </a:p>
        </p:txBody>
      </p:sp>
      <p:pic>
        <p:nvPicPr>
          <p:cNvPr id="15" name="Image 3" descr="C:\Users\USER\OneDrive\My Codes\GitHub\Graphics-Project\lighting\night-2-mask-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0564" y="3835908"/>
            <a:ext cx="2554224" cy="19156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190488" y="5843016"/>
            <a:ext cx="5294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Spotlights — focused beams with soft cone edges</a:t>
            </a:r>
            <a:endParaRPr lang="en-US" sz="12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89499C4-D52F-D4F8-303F-2B05F51593F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30938E-A7D2-473C-9971-788583662566}" type="slidenum">
              <a:rPr lang="en-US" smtClean="0"/>
              <a:t>11</a:t>
            </a:fld>
            <a:endParaRPr lang="en-US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DD883522-CD50-9B05-03A8-0A58C3DD6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6455E-A04D-47F9-AF2A-B87B214CCE98}" type="datetime3">
              <a:rPr lang="en-US" smtClean="0"/>
              <a:t>12 October 2026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58368" y="722376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Shading: Flat, Gouraud and Phong</a:t>
            </a:r>
            <a:endParaRPr lang="en-US" sz="3000" dirty="0"/>
          </a:p>
        </p:txBody>
      </p:sp>
      <p:pic>
        <p:nvPicPr>
          <p:cNvPr id="9" name="Image 0" descr="C:\Users\USER\OneDrive\My Codes\GitHub\Graphics-Project\lighting\night-0-mask-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956816"/>
            <a:ext cx="3462528" cy="2596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944" y="4690872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Flat: one lighting value per triangle</a:t>
            </a:r>
            <a:endParaRPr lang="en-US" sz="1200" dirty="0"/>
          </a:p>
        </p:txBody>
      </p:sp>
      <p:pic>
        <p:nvPicPr>
          <p:cNvPr id="11" name="Image 1" descr="C:\Users\USER\OneDrive\My Codes\GitHub\Graphics-Project\lighting\night-1-mask-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8640" y="1956816"/>
            <a:ext cx="3462528" cy="259689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358640" y="4690872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Gouraud</a:t>
            </a: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interpolated vertex lighting</a:t>
            </a:r>
            <a:endParaRPr lang="en-US" sz="1200" dirty="0"/>
          </a:p>
        </p:txBody>
      </p:sp>
      <p:pic>
        <p:nvPicPr>
          <p:cNvPr id="13" name="Image 2" descr="C:\Users\USER\OneDrive\My Codes\GitHub\Graphics-Project\lighting\night-2-mask-1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2336" y="1956816"/>
            <a:ext cx="3462528" cy="259689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022336" y="4690872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Phong: lighting evaluated per fragment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" y="5212080"/>
          <a:ext cx="10789920" cy="1026160"/>
        </p:xfrm>
        <a:graphic>
          <a:graphicData uri="http://schemas.openxmlformats.org/drawingml/2006/table">
            <a:tbl>
              <a:tblPr/>
              <a:tblGrid>
                <a:gridCol w="35935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3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Flat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27000" marR="127000" marT="127000" marB="1270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Gouraud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27000" marR="127000" marT="127000" marB="1270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Phong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27000" marR="127000" marT="127000" marB="1270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Constant triangle regions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27000" marR="127000" marT="127000" marB="1270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Smooth vertex-to-vertex variation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27000" marR="127000" marT="127000" marB="1270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Detailed local light and highlights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27000" marR="127000" marT="127000" marB="1270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2DD71AD-A8A1-877F-B692-DE9C77A9CB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30938E-A7D2-473C-9971-788583662566}" type="slidenum">
              <a:rPr lang="en-US" smtClean="0"/>
              <a:t>12</a:t>
            </a:fld>
            <a:endParaRPr lang="en-US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D499EE1D-FBEA-4539-3F17-3CC3B1708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4227F-6F6A-4150-943D-278B9F51F1FD}" type="datetime3">
              <a:rPr lang="en-US" smtClean="0"/>
              <a:t>12 October 2026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58368" y="722376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Shading: Close-up comparison</a:t>
            </a:r>
            <a:endParaRPr lang="en-US" sz="3000" dirty="0"/>
          </a:p>
        </p:txBody>
      </p:sp>
      <p:pic>
        <p:nvPicPr>
          <p:cNvPr id="9" name="Image 0" descr="C:\Users\USER\OneDrive\My Codes\GitHub\Graphics-Project\lighting\night-0-mask-15-clo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071116"/>
            <a:ext cx="3462528" cy="2596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944" y="4759452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Flat — triangle boundaries are visible</a:t>
            </a:r>
            <a:endParaRPr lang="en-US" sz="1200" dirty="0"/>
          </a:p>
        </p:txBody>
      </p:sp>
      <p:pic>
        <p:nvPicPr>
          <p:cNvPr id="11" name="Image 1" descr="C:\Users\USER\OneDrive\My Codes\GitHub\Graphics-Project\lighting\night-1-mask-15-clo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8640" y="2071116"/>
            <a:ext cx="3462528" cy="259689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358640" y="4759452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Gouraud — light blends between vertices</a:t>
            </a:r>
            <a:endParaRPr lang="en-US" sz="1200" dirty="0"/>
          </a:p>
        </p:txBody>
      </p:sp>
      <p:pic>
        <p:nvPicPr>
          <p:cNvPr id="13" name="Image 2" descr="C:\Users\USER\OneDrive\My Codes\GitHub\Graphics-Project\lighting\night-2-mask-15-clo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2336" y="2071116"/>
            <a:ext cx="3462528" cy="259689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022336" y="4759452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Phong — light responds at each fragment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694944" y="55321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camera, geometry and lights; only the shading method changes.</a:t>
            </a:r>
            <a:endParaRPr lang="en-US" sz="1800" dirty="0"/>
          </a:p>
        </p:txBody>
      </p:sp>
      <p:sp>
        <p:nvSpPr>
          <p:cNvPr id="16" name="Shape 10"/>
          <p:cNvSpPr/>
          <p:nvPr/>
        </p:nvSpPr>
        <p:spPr>
          <a:xfrm>
            <a:off x="868680" y="5989320"/>
            <a:ext cx="10424160" cy="347472"/>
          </a:xfrm>
          <a:prstGeom prst="rect">
            <a:avLst/>
          </a:prstGeom>
          <a:solidFill>
            <a:srgbClr val="E8F2F5"/>
          </a:solidFill>
          <a:ln w="12700">
            <a:solidFill>
              <a:srgbClr val="E8F2F5">
                <a:alpha val="0"/>
              </a:srgbClr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1014984" y="6071616"/>
            <a:ext cx="10131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47D9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Diffuse ∝ max(N · L, 0)     |     Specular ∝ max(R · V, 0)ⁿ</a:t>
            </a:r>
            <a:endParaRPr lang="en-US" sz="18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C976949-8250-D29A-EBD2-6058FFD51A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30938E-A7D2-473C-9971-788583662566}" type="slidenum">
              <a:rPr lang="en-US" smtClean="0"/>
              <a:t>13</a:t>
            </a:fld>
            <a:endParaRPr lang="en-US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9CC36F17-101B-E498-6BA0-CE8407E8F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139FB-12ED-4257-959D-D45803F2571A}" type="datetime3">
              <a:rPr lang="en-US" smtClean="0"/>
              <a:t>12 October 2026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58368" y="722376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3000" dirty="0"/>
          </a:p>
        </p:txBody>
      </p:sp>
      <p:pic>
        <p:nvPicPr>
          <p:cNvPr id="9" name="Image 0" descr="C:\Users\USER\OneDrive\My Codes\GitHub\Graphics-Project\docs\images\release-are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2284" y="868681"/>
            <a:ext cx="3911892" cy="24449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7825" y="1652746"/>
            <a:ext cx="5370832" cy="445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ptos" pitchFamily="34" charset="0"/>
                <a:ea typeface="Aptos" pitchFamily="34" charset="-122"/>
                <a:cs typeface="Aptos" pitchFamily="34" charset="-120"/>
              </a:rPr>
              <a:t>One reusable cube.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ptos" pitchFamily="34" charset="0"/>
                <a:ea typeface="Aptos" pitchFamily="34" charset="-122"/>
                <a:cs typeface="Aptos" pitchFamily="34" charset="-120"/>
              </a:rPr>
              <a:t>Complete 3D assemblies.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ptos" pitchFamily="34" charset="0"/>
                <a:ea typeface="Aptos" pitchFamily="34" charset="-122"/>
                <a:cs typeface="Aptos" pitchFamily="34" charset="-120"/>
              </a:rPr>
              <a:t>Seven progressive levels.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ptos" pitchFamily="34" charset="0"/>
                <a:ea typeface="Aptos" pitchFamily="34" charset="-122"/>
                <a:cs typeface="Aptos" pitchFamily="34" charset="-120"/>
              </a:rPr>
              <a:t>Three shading methods.</a:t>
            </a:r>
          </a:p>
          <a:p>
            <a:endParaRPr lang="en-US" sz="2400" dirty="0"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ptos" pitchFamily="34" charset="0"/>
                <a:ea typeface="Aptos" pitchFamily="34" charset="-122"/>
                <a:cs typeface="Aptos" pitchFamily="34" charset="-120"/>
              </a:rPr>
              <a:t>Modelling, animation, and lighting combined in one interactive project.</a:t>
            </a:r>
            <a:endParaRPr lang="en-US" sz="2400" dirty="0"/>
          </a:p>
          <a:p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917825" y="3536733"/>
            <a:ext cx="507753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900" dirty="0"/>
          </a:p>
        </p:txBody>
      </p:sp>
      <p:pic>
        <p:nvPicPr>
          <p:cNvPr id="12" name="Image 0" descr="C:\Users\USER\OneDrive\My Codes\GitHub\Graphics-Project\docs\images\release-night-arena.png">
            <a:extLst>
              <a:ext uri="{FF2B5EF4-FFF2-40B4-BE49-F238E27FC236}">
                <a16:creationId xmlns:a16="http://schemas.microsoft.com/office/drawing/2014/main" id="{4386D69B-D983-AA4F-F314-376F1D5265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2284" y="3544388"/>
            <a:ext cx="3911891" cy="2444932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D7B2526-323F-3439-6BA6-B149210E51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30938E-A7D2-473C-9971-788583662566}" type="slidenum">
              <a:rPr lang="en-US" smtClean="0"/>
              <a:t>14</a:t>
            </a:fld>
            <a:endParaRPr lang="en-US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9AB8D5E7-0EFA-D352-A16A-61D49A12F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C012D-6DA0-4901-A0F5-0ECDEFFDE5DF}" type="datetime3">
              <a:rPr lang="en-US" smtClean="0"/>
              <a:t>12 October 2026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409536" y="2501876"/>
            <a:ext cx="3372928" cy="1854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49B4545-4B83-38C8-1B4F-D0C2D791C34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30938E-A7D2-473C-9971-788583662566}" type="slidenum">
              <a:rPr lang="en-US" smtClean="0"/>
              <a:t>15</a:t>
            </a:fld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F42619FF-F349-4A98-B3EB-0A28DF0B7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3FD84-D480-4500-9D56-6AAC2A77E026}" type="datetime3">
              <a:rPr lang="en-US" smtClean="0"/>
              <a:t>12 October 2026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26</TotalTime>
  <Words>785</Words>
  <Application>Microsoft Office PowerPoint</Application>
  <PresentationFormat>Widescreen</PresentationFormat>
  <Paragraphs>190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KUET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3D Target Shooter</dc:title>
  <dc:subject>Computer Graphics project report presentation</dc:subject>
  <dc:creator>Kazi Rifat Al Muin</dc:creator>
  <cp:lastModifiedBy>Kazi Rifat Al Muin</cp:lastModifiedBy>
  <cp:revision>2</cp:revision>
  <dcterms:created xsi:type="dcterms:W3CDTF">2026-10-12T07:05:14Z</dcterms:created>
  <dcterms:modified xsi:type="dcterms:W3CDTF">2026-10-12T07:50:53Z</dcterms:modified>
</cp:coreProperties>
</file>