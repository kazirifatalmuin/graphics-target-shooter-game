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i Rifat Al Muin" userId="e5defbde09aa7d6e" providerId="LiveId" clId="{1E31CC67-0564-496B-994A-180FD465257D}"/>
    <pc:docChg chg="undo custSel delSld modSld">
      <pc:chgData name="Kazi Rifat Al Muin" userId="e5defbde09aa7d6e" providerId="LiveId" clId="{1E31CC67-0564-496B-994A-180FD465257D}" dt="2026-10-12T06:57:42.651" v="36" actId="20577"/>
      <pc:docMkLst>
        <pc:docMk/>
      </pc:docMkLst>
      <pc:sldChg chg="delSp modSp mod">
        <pc:chgData name="Kazi Rifat Al Muin" userId="e5defbde09aa7d6e" providerId="LiveId" clId="{1E31CC67-0564-496B-994A-180FD465257D}" dt="2026-10-12T06:55:51.483" v="23" actId="478"/>
        <pc:sldMkLst>
          <pc:docMk/>
          <pc:sldMk cId="0" sldId="256"/>
        </pc:sldMkLst>
        <pc:spChg chg="del mod">
          <ac:chgData name="Kazi Rifat Al Muin" userId="e5defbde09aa7d6e" providerId="LiveId" clId="{1E31CC67-0564-496B-994A-180FD465257D}" dt="2026-10-12T06:55:51.483" v="23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6:55:50.349" v="22" actId="478"/>
          <ac:spMkLst>
            <pc:docMk/>
            <pc:sldMk cId="0" sldId="256"/>
            <ac:spMk id="3" creationId="{00000000-0000-0000-0000-000000000000}"/>
          </ac:spMkLst>
        </pc:spChg>
      </pc:sldChg>
      <pc:sldChg chg="modSp del mod">
        <pc:chgData name="Kazi Rifat Al Muin" userId="e5defbde09aa7d6e" providerId="LiveId" clId="{1E31CC67-0564-496B-994A-180FD465257D}" dt="2026-10-12T06:56:12.742" v="24" actId="47"/>
        <pc:sldMkLst>
          <pc:docMk/>
          <pc:sldMk cId="0" sldId="257"/>
        </pc:sldMkLst>
        <pc:spChg chg="mod">
          <ac:chgData name="Kazi Rifat Al Muin" userId="e5defbde09aa7d6e" providerId="LiveId" clId="{1E31CC67-0564-496B-994A-180FD465257D}" dt="2026-10-12T06:55:37.225" v="4" actId="1076"/>
          <ac:spMkLst>
            <pc:docMk/>
            <pc:sldMk cId="0" sldId="257"/>
            <ac:spMk id="2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6:56:35.801" v="30" actId="1076"/>
        <pc:sldMkLst>
          <pc:docMk/>
          <pc:sldMk cId="0" sldId="258"/>
        </pc:sldMkLst>
        <pc:spChg chg="del">
          <ac:chgData name="Kazi Rifat Al Muin" userId="e5defbde09aa7d6e" providerId="LiveId" clId="{1E31CC67-0564-496B-994A-180FD465257D}" dt="2026-10-12T06:56:17.342" v="26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6:56:16.477" v="2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6:56:26.731" v="2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6:56:30.059" v="2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6:56:32.834" v="29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6:56:35.801" v="30" actId="1076"/>
          <ac:spMkLst>
            <pc:docMk/>
            <pc:sldMk cId="0" sldId="258"/>
            <ac:spMk id="16" creationId="{00000000-0000-0000-0000-000000000000}"/>
          </ac:spMkLst>
        </pc:spChg>
      </pc:sldChg>
      <pc:sldChg chg="delSp mod">
        <pc:chgData name="Kazi Rifat Al Muin" userId="e5defbde09aa7d6e" providerId="LiveId" clId="{1E31CC67-0564-496B-994A-180FD465257D}" dt="2026-10-12T06:57:01.155" v="32" actId="478"/>
        <pc:sldMkLst>
          <pc:docMk/>
          <pc:sldMk cId="0" sldId="259"/>
        </pc:sldMkLst>
        <pc:spChg chg="del">
          <ac:chgData name="Kazi Rifat Al Muin" userId="e5defbde09aa7d6e" providerId="LiveId" clId="{1E31CC67-0564-496B-994A-180FD465257D}" dt="2026-10-12T06:57:01.155" v="32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6:56:59.699" v="31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6:57:42.651" v="36" actId="20577"/>
        <pc:sldMkLst>
          <pc:docMk/>
          <pc:sldMk cId="0" sldId="260"/>
        </pc:sldMkLst>
        <pc:spChg chg="del">
          <ac:chgData name="Kazi Rifat Al Muin" userId="e5defbde09aa7d6e" providerId="LiveId" clId="{1E31CC67-0564-496B-994A-180FD465257D}" dt="2026-10-12T06:57:32.716" v="34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6:57:31.301" v="33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6:57:42.651" v="36" actId="20577"/>
          <ac:spMkLst>
            <pc:docMk/>
            <pc:sldMk cId="0" sldId="260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9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README.md; report/report.tex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README.md; src/; shaders/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3; objects/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src/core/Transform.h; shaders/object.vert; report/report-sections.tex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src/camera/; shaders/ui.vert; report/report-sections.tex, Section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src/world/; report/report-sections.tex, Section 2; shaders/object.frag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4; src/gameplay/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tools/generate_textures.cpp; shaders/object.vert; shaders/object.frag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shaders/lighting.glsl; shaders/object.frag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shaders/lighting.glsl; docs/images/release-shading-*; docs/images/release-night-arena.png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src/; README.md; docs/release-verification.md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docs/images/release-level-1.png; release-level-4.png; release-level-7.png; release-level-7-results.png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docs/release-verification.md (2026-10-03). Historical project results, not rerun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README.md; report/report-sections.tex, Discussion and Conclusion; docs/release-verification.md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Local repository sources used throughout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5179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interactive graphics project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94944" y="23134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Cube-based modelling • animation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• collision • user interaction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4944" y="38953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Kazi Rifat Al Muin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Roll: 2107042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94944" y="48554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 4102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Graphics and Image Processing Laboratory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&amp; Technology</a:t>
            </a:r>
            <a:endParaRPr lang="en-US" sz="1600" dirty="0"/>
          </a:p>
        </p:txBody>
      </p:sp>
      <p:pic>
        <p:nvPicPr>
          <p:cNvPr id="13" name="Image 0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903095"/>
            <a:ext cx="5760720" cy="3600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33288" y="59893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project capture: the completed arena.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and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9264" y="1511866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complete, interactive 3D scene from a shared primitive.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4944" y="2532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9264" y="2427732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scale, shear, rotation, translation and perspective projection.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4944" y="34655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69264" y="3360420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textures, lighting, animation and exact geometric collision.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4944" y="43982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9264" y="4293108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implementation modular and calculations reproducible.</a:t>
            </a:r>
            <a:endParaRPr lang="en-US" sz="2000" dirty="0"/>
          </a:p>
        </p:txBody>
      </p:sp>
      <p:pic>
        <p:nvPicPr>
          <p:cNvPr id="17" name="Image 0" descr="C:\Users\USER\OneDrive\My Codes\GitHub\Graphics-Project\docs\images\release-pist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07679"/>
            <a:ext cx="5440680" cy="34004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0760" y="58795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view combines the world, aiming and HUD.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 and rendering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1783080"/>
            <a:ext cx="2057400" cy="7772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98424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&amp; mode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61488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80944" y="1783080"/>
            <a:ext cx="2057400" cy="7772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198424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47488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266944" y="1783080"/>
            <a:ext cx="2057400" cy="7772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6672" y="198424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objects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33488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552944" y="1783080"/>
            <a:ext cx="2057400" cy="7772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62672" y="198424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shaders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619488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838944" y="1783080"/>
            <a:ext cx="2057400" cy="7772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48672" y="1984248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+ HUD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017520"/>
          <a:ext cx="10789920" cy="2565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Responsibility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GLFW + GLAD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Window/input and OpenGL function loading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C++ modules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Levels, transforms, camera, gameplay, world, UI and persistence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 shaders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Model/view/projection, textures and lighting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Sky + UI shaders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Sky gradient and screen-space interface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Gameplay modes and level progression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18488"/>
          <a:ext cx="5532120" cy="3078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Challenge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Seven levels; 46 targets in total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180 seconds; targets respawn after 30 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Inspect and restart individual levels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Bird’s-Eye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Overview and click-to-observe camera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Practice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Seven targets; 1.8 s respawn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583680" y="1673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difficulty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6583680" y="2313432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L1–3   Stationary → separate motion axes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      Cover, rotation, and walking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L5–6   Compound motion and birds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L7       Faster targets and human NPCs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583680" y="476402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movement is locked in Levels 1–3 and enabled in Levels 4–7.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GRAPHICS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 from a unit cube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490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mesh: 8 corners → 12 triangles → 36 face-normal vertices</a:t>
            </a:r>
            <a:endParaRPr lang="en-US" sz="2300" dirty="0"/>
          </a:p>
        </p:txBody>
      </p:sp>
      <p:pic>
        <p:nvPicPr>
          <p:cNvPr id="10" name="Image 0" descr="C:\Users\USER\OneDrive\My Codes\GitHub\Graphics-Project\objects\cargo-crate\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24" y="2240280"/>
            <a:ext cx="316992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4709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 crate</a:t>
            </a:r>
            <a:endParaRPr lang="en-US" sz="1200" dirty="0"/>
          </a:p>
        </p:txBody>
      </p:sp>
      <p:pic>
        <p:nvPicPr>
          <p:cNvPr id="12" name="Image 1" descr="C:\Users\USER\OneDrive\My Codes\GitHub\Graphics-Project\objects\weapon-pistol\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04" y="2240280"/>
            <a:ext cx="3169920" cy="2377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35424" y="4709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Pistol assembly</a:t>
            </a:r>
            <a:endParaRPr lang="en-US" sz="1200" dirty="0"/>
          </a:p>
        </p:txBody>
      </p:sp>
      <p:pic>
        <p:nvPicPr>
          <p:cNvPr id="14" name="Image 2" descr="C:\Users\USER\OneDrive\My Codes\GitHub\Graphics-Project\objects\target\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884" y="2240280"/>
            <a:ext cx="3169920" cy="2377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75904" y="4709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and stand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94944" y="5230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are scaled, sheared, rotated and placed independently. The circular-looking target uses 32 cube slices; its six rings are shader-generated.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TRANSFORMATIONS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formula: model-to-screen transformation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1645920"/>
            <a:ext cx="5577840" cy="73152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728216"/>
            <a:ext cx="5285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T Rz Ry Rx H 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94944" y="2606040"/>
            <a:ext cx="10789920" cy="73152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688336"/>
            <a:ext cx="10497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pworld = M plocal     •     pclip = P V M plocal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94944" y="3575304"/>
            <a:ext cx="5577840" cy="68580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657600"/>
            <a:ext cx="52852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pNDC = pclip.xyz / pclip.w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812280" y="37490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 scale       H  shear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Rx, Ry, Rz  rotations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 translation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 view       P  projection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4944" y="473659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vectors: scale is applied first, translation last.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model transforms support geometry and collision.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CAMERA &amp;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Camera, interaction and screen-space UI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18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over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96212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239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Overhead view reveals arena layout and observation positions.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47104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views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6547104" y="2194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Player, arena, side and movable views expose the same world from different positions.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547104" y="3675888"/>
            <a:ext cx="4663440" cy="62179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93408" y="3758184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x′ = 2x / 1280 − 1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6547104" y="4480560"/>
            <a:ext cx="4663440" cy="62179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93408" y="4562856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y′ = 1 − 2y / 800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94944" y="5559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vertices map from the 1280 × 800 logical canvas to normalized coordinates; Y is flipped.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ANIMATION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animation and scoring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1691640"/>
            <a:ext cx="6400800" cy="676656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773936"/>
            <a:ext cx="6108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pj(t) = bj + aj sin(ωj t + φj)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694944" y="2578608"/>
            <a:ext cx="6400800" cy="676656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660904"/>
            <a:ext cx="6108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θy(t) = (s t) mod 360°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694944" y="3474720"/>
            <a:ext cx="6400800" cy="676656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557016"/>
            <a:ext cx="6108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D(r) = 60 / (r + 1),    r = 0, …, 5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4944" y="445312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base position   a: amplitude   ω: angular frequency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φ: phase   s: spin speed   r: ring index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" y="54589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health; ring damage = 60, 30, 20, 15, 12, 10.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front-face hits score. One shotgun trigger applies its best ring damage once per target.</a:t>
            </a:r>
            <a:endParaRPr lang="en-US" sz="1900" dirty="0"/>
          </a:p>
        </p:txBody>
      </p:sp>
      <p:pic>
        <p:nvPicPr>
          <p:cNvPr id="17" name="Image 0" descr="C:\Users\USER\OneDrive\My Codes\GitHub\Graphics-Project\docs\images\release-target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166557"/>
            <a:ext cx="4069080" cy="25431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34072" y="526694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concentric scoring regions.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SIMULATION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Shooting and collision detection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1664208"/>
            <a:ext cx="5669280" cy="658368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746504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 = min(v Δt, range − travelled)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694944" y="2505456"/>
            <a:ext cx="5669280" cy="658368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587752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pnew = pold + ℓ 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94944" y="3346704"/>
            <a:ext cx="5669280" cy="658368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3429000"/>
            <a:ext cx="5376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ol = A⁻¹(o − t),     dl = A⁻¹d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94944" y="4279392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v: projectile speed   d: unit firing direction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t: object linear transform and translation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Ray–box slab test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66560" y="23317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ray into each part’s local space. Keep the transformed direction unnormalized.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 the three [−0.5, 0.5] slabs; accept if entry ≤ exit.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nearest contact to stop travel, including cover and NPCs.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94944" y="566013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Camera-to-muzzle parallax is handled; a clear camera view does not imply a clear muzzle.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SURFACE APPEARANCE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Texture techniques and materials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18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textured-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81378"/>
            <a:ext cx="5669280" cy="3543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7332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Procedural materials distinguish surfaces throughout the arena.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720840" y="16824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995160" y="1682496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 256 × 256 material maps are stored in a texture array.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20840" y="261518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995160" y="2615184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Face-local planar UVs keep textures aligned through rotation and shear.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720840" y="35478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995160" y="35478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texture sample combines with the object colour before lighting.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720840" y="4828032"/>
            <a:ext cx="4617720" cy="75895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67144" y="4910328"/>
            <a:ext cx="43251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Cbase = Cobject × texture(UV, layer)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LIGHTING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formula: ambient, diffuse and specular light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1664208"/>
            <a:ext cx="10789920" cy="71323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7465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Clinear = Cbase ⊙ (A + Σ Ii max(N · Li, 0))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4944" y="2386584"/>
            <a:ext cx="10789920" cy="68580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468880"/>
            <a:ext cx="10497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       + Σ Ii ks max(Ri · V, 0)ⁿ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4944" y="3419856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ambient colour        Ii  effective light colour / intensity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 unit normal             Li  direction toward the light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 direction to viewer   Ri  reflected incoming light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  specular strength    n  shininess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543800" y="3456432"/>
            <a:ext cx="3931920" cy="201168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81544" y="3694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reflection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7781544" y="42519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Specular is added only when N · Li &gt; 0. Normals use the inverse-transpose transform.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94944" y="5596128"/>
            <a:ext cx="6400800" cy="521208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5678424"/>
            <a:ext cx="6108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Nworld ∝ (M3×3⁻¹)ᵀ Nlocal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LIGHTING &amp; SHADING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Day/night lighting and shading methods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18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90497"/>
            <a:ext cx="3675888" cy="22974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14223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Day: directional fill and material detail.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night-ar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690497"/>
            <a:ext cx="3675888" cy="22974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98848" y="414223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Night: lamps and spotlight cones.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577072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rig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577072" y="22860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+ directional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point lamps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soft-edged spots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94944" y="4526280"/>
            <a:ext cx="10789920" cy="62179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1248" y="4608576"/>
            <a:ext cx="1049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Point attenuation = 1 / (1 + 0.09d + 0.032d²)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94944" y="544068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Flat: one value per triangle     •     Gouraud: interpolated vertex lighting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shading: lighting per fragment     •     Display gamma: Cdisplay = clamp(Clinear)^(1/2.2)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and advanced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600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9264" y="1600200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modules manage rendering, gameplay, world construction, camera, UI and persistence.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4944" y="2532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9264" y="2532888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scene builders keep rendered parts and collision geometry consistent.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4944" y="34655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69264" y="3465576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layouts and transform logs support repeatable inspection.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4944" y="43982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9264" y="4398264"/>
            <a:ext cx="5394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lighting rigs and redundant-uniform suppression reduce renderer overhead.</a:t>
            </a:r>
            <a:endParaRPr lang="en-US" sz="2000" dirty="0"/>
          </a:p>
        </p:txBody>
      </p:sp>
      <p:pic>
        <p:nvPicPr>
          <p:cNvPr id="17" name="Image 0" descr="C:\Users\USER\OneDrive\My Codes\GitHub\Graphics-Project\docs\images\release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1805940"/>
            <a:ext cx="4754880" cy="2971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02552" y="4937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modes share one graphics and gameplay system.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702552" y="51023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CSV leaderboards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font and synthesized audio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Menus, pause, instructions and results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results: progressive arena complexity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18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leve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598" y="1536192"/>
            <a:ext cx="3101645" cy="19385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66160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 — stationary targets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level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438" y="1536192"/>
            <a:ext cx="3101645" cy="19385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72784" y="3566160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4 — cover and movement</a:t>
            </a:r>
            <a:endParaRPr lang="en-US" sz="1200" dirty="0"/>
          </a:p>
        </p:txBody>
      </p:sp>
      <p:pic>
        <p:nvPicPr>
          <p:cNvPr id="13" name="Image 2" descr="C:\Users\USER\OneDrive\My Codes\GitHub\Graphics-Project\docs\images\release-level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598" y="3849624"/>
            <a:ext cx="3101645" cy="19385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5879592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7 — combined motion and NPCs</a:t>
            </a:r>
            <a:endParaRPr lang="en-US" sz="1200" dirty="0"/>
          </a:p>
        </p:txBody>
      </p:sp>
      <p:pic>
        <p:nvPicPr>
          <p:cNvPr id="15" name="Image 3" descr="C:\Users\USER\OneDrive\My Codes\GitHub\Graphics-Project\docs\images\release-level-7-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438" y="3849624"/>
            <a:ext cx="3101645" cy="19385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72784" y="5879592"/>
            <a:ext cx="5330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Final-level results and session feedback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and measured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536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project verification • 3 October 2026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94944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Core, Challenge, mode and release test suites were reported as passed.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4944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69264" y="3127248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checks covered shaders, OpenGL errors and day/night/shading differences.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4944" y="40599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69264" y="4059936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calculation checks verified 56,712 unique observed cube rows.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67712"/>
          <a:ext cx="5303520" cy="1539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Median render time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After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6.40 ms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5.32 ms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Night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7.34 ms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5.60 ms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13"/>
          <p:cNvSpPr/>
          <p:nvPr/>
        </p:nvSpPr>
        <p:spPr>
          <a:xfrm>
            <a:off x="6217920" y="42519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7 • 5,349 cube instances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1280 × 800 • AMD Radeon Graphics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measured frames per condition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94944" y="5532120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Render-pass measurements only. Long-tail stalls remain; these figures do not establish total gameplay FPS or performance on other hardware.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Discussion, limitations and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4944" y="1645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demonstrates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94944" y="23591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9264" y="2359152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graphics pipeline built around reusable cube geometry.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4944" y="3291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69264" y="329184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links between mathematical transforms, lighting and interaction.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94944" y="4224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69264" y="4224528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gameplay supported by repeatable validation.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future work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400800" y="23591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675120" y="2359152"/>
            <a:ext cx="4800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Curves are approximated; target disks use cube slices.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00800" y="3291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675120" y="3291840"/>
            <a:ext cx="4800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validation samples time and space rather than proving every instant.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400800" y="4224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675120" y="4224528"/>
            <a:ext cx="4800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smoother curved meshes, batching and investigation of render stalls.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94944" y="5532120"/>
            <a:ext cx="10789920" cy="548640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5669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 playable application and a concrete demonstration of core 3D graphics concepts.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project evidence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6093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59105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report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17320" y="1920240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report/report.tex and report/report-sections.tex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4048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17320" y="23865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overview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17320" y="2715768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 — scope, architecture, levels and controls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3200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 formulas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17320" y="3511296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shaders/object.vert, object.frag, lighting.glsl and ui.vert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3995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17320" y="3977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evidence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17320" y="4306824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docs/release-verification.md — dated tests and benchmark limits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47914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17320" y="477316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Pictures and model assemblies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17320" y="5102352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docs/images/, objects/ and report/images/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1520" y="57790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pictures are existing captures from this project. Equations summarize the implemented code.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source notes are included in the PowerPoint speaker notes.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1826</Words>
  <Application>Microsoft Office PowerPoint</Application>
  <PresentationFormat>Widescreen</PresentationFormat>
  <Paragraphs>287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Target Shooter</dc:title>
  <dc:subject>Computer Graphics project report presentation</dc:subject>
  <dc:creator>Kazi Rifat Al Muin</dc:creator>
  <cp:lastModifiedBy>Kazi Rifat Al Muin</cp:lastModifiedBy>
  <cp:revision>1</cp:revision>
  <dcterms:created xsi:type="dcterms:W3CDTF">2026-10-12T06:50:47Z</dcterms:created>
  <dcterms:modified xsi:type="dcterms:W3CDTF">2026-10-12T06:57:49Z</dcterms:modified>
</cp:coreProperties>
</file>