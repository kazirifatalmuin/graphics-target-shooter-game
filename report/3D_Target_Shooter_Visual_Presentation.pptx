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ECC4C-4D39-4A95-A4D5-1A2286ABF750}" v="13" dt="2026-10-12T07:48:57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i Rifat Al Muin" userId="e5defbde09aa7d6e" providerId="LiveId" clId="{1E31CC67-0564-496B-994A-180FD465257D}"/>
    <pc:docChg chg="undo custSel delSld modSld modMainMaster">
      <pc:chgData name="Kazi Rifat Al Muin" userId="e5defbde09aa7d6e" providerId="LiveId" clId="{1E31CC67-0564-496B-994A-180FD465257D}" dt="2026-10-12T07:49:57.722" v="344" actId="14100"/>
      <pc:docMkLst>
        <pc:docMk/>
      </pc:docMkLst>
      <pc:sldChg chg="addSp delSp modSp mod">
        <pc:chgData name="Kazi Rifat Al Muin" userId="e5defbde09aa7d6e" providerId="LiveId" clId="{1E31CC67-0564-496B-994A-180FD465257D}" dt="2026-10-12T07:49:57.722" v="344" actId="14100"/>
        <pc:sldMkLst>
          <pc:docMk/>
          <pc:sldMk cId="0" sldId="256"/>
        </pc:sldMkLst>
        <pc:spChg chg="del">
          <ac:chgData name="Kazi Rifat Al Muin" userId="e5defbde09aa7d6e" providerId="LiveId" clId="{1E31CC67-0564-496B-994A-180FD465257D}" dt="2026-10-12T07:25:26.344" v="4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25:25.360" v="3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7:35.340" v="43" actId="403"/>
          <ac:spMkLst>
            <pc:docMk/>
            <pc:sldMk cId="0" sldId="256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47.756" v="71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47.044" v="70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49.496" v="72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25:18.483" v="1" actId="478"/>
          <ac:spMkLst>
            <pc:docMk/>
            <pc:sldMk cId="0" sldId="256"/>
            <ac:spMk id="10" creationId="{00000000-0000-0000-0000-000000000000}"/>
          </ac:spMkLst>
        </pc:spChg>
        <pc:spChg chg="add del mod">
          <ac:chgData name="Kazi Rifat Al Muin" userId="e5defbde09aa7d6e" providerId="LiveId" clId="{1E31CC67-0564-496B-994A-180FD465257D}" dt="2026-10-12T07:27:30.406" v="40" actId="478"/>
          <ac:spMkLst>
            <pc:docMk/>
            <pc:sldMk cId="0" sldId="256"/>
            <ac:spMk id="11" creationId="{75D4FE47-B636-3ED3-DC1B-5CB46DA2B780}"/>
          </ac:spMkLst>
        </pc:spChg>
        <pc:spChg chg="add mod">
          <ac:chgData name="Kazi Rifat Al Muin" userId="e5defbde09aa7d6e" providerId="LiveId" clId="{1E31CC67-0564-496B-994A-180FD465257D}" dt="2026-10-12T07:25:44.241" v="7" actId="1076"/>
          <ac:spMkLst>
            <pc:docMk/>
            <pc:sldMk cId="0" sldId="256"/>
            <ac:spMk id="13" creationId="{86EAD8B8-A5FD-B000-3C1A-B56549A5FD81}"/>
          </ac:spMkLst>
        </pc:spChg>
        <pc:spChg chg="add mod">
          <ac:chgData name="Kazi Rifat Al Muin" userId="e5defbde09aa7d6e" providerId="LiveId" clId="{1E31CC67-0564-496B-994A-180FD465257D}" dt="2026-10-12T07:25:47.089" v="8" actId="1076"/>
          <ac:spMkLst>
            <pc:docMk/>
            <pc:sldMk cId="0" sldId="256"/>
            <ac:spMk id="15" creationId="{560AA629-9C3A-994D-DC0B-39606D24EDB9}"/>
          </ac:spMkLst>
        </pc:spChg>
        <pc:spChg chg="add mod">
          <ac:chgData name="Kazi Rifat Al Muin" userId="e5defbde09aa7d6e" providerId="LiveId" clId="{1E31CC67-0564-496B-994A-180FD465257D}" dt="2026-10-12T07:27:19.474" v="36" actId="20577"/>
          <ac:spMkLst>
            <pc:docMk/>
            <pc:sldMk cId="0" sldId="256"/>
            <ac:spMk id="17" creationId="{884E2C2B-CF7E-8DE8-E2AF-534A4C237E6B}"/>
          </ac:spMkLst>
        </pc:spChg>
        <pc:spChg chg="add del">
          <ac:chgData name="Kazi Rifat Al Muin" userId="e5defbde09aa7d6e" providerId="LiveId" clId="{1E31CC67-0564-496B-994A-180FD465257D}" dt="2026-10-12T07:49:18.553" v="339" actId="478"/>
          <ac:spMkLst>
            <pc:docMk/>
            <pc:sldMk cId="0" sldId="256"/>
            <ac:spMk id="20" creationId="{4D6F78B2-F2AA-3402-57D9-FCD9D4E6B99A}"/>
          </ac:spMkLst>
        </pc:spChg>
        <pc:spChg chg="add del">
          <ac:chgData name="Kazi Rifat Al Muin" userId="e5defbde09aa7d6e" providerId="LiveId" clId="{1E31CC67-0564-496B-994A-180FD465257D}" dt="2026-10-12T07:49:18.553" v="339" actId="478"/>
          <ac:spMkLst>
            <pc:docMk/>
            <pc:sldMk cId="0" sldId="256"/>
            <ac:spMk id="21" creationId="{97B32163-3CF9-D1D8-47FE-C86717901615}"/>
          </ac:spMkLst>
        </pc:spChg>
        <pc:picChg chg="del">
          <ac:chgData name="Kazi Rifat Al Muin" userId="e5defbde09aa7d6e" providerId="LiveId" clId="{1E31CC67-0564-496B-994A-180FD465257D}" dt="2026-10-12T07:25:14.254" v="0" actId="478"/>
          <ac:picMkLst>
            <pc:docMk/>
            <pc:sldMk cId="0" sldId="256"/>
            <ac:picMk id="9" creationId="{00000000-0000-0000-0000-000000000000}"/>
          </ac:picMkLst>
        </pc:picChg>
        <pc:picChg chg="add mod">
          <ac:chgData name="Kazi Rifat Al Muin" userId="e5defbde09aa7d6e" providerId="LiveId" clId="{1E31CC67-0564-496B-994A-180FD465257D}" dt="2026-10-12T07:49:57.722" v="344" actId="14100"/>
          <ac:picMkLst>
            <pc:docMk/>
            <pc:sldMk cId="0" sldId="256"/>
            <ac:picMk id="19" creationId="{E31CB5BA-368A-18CF-E663-715060745917}"/>
          </ac:picMkLst>
        </pc:picChg>
      </pc:sldChg>
      <pc:sldChg chg="addSp delSp modSp mod">
        <pc:chgData name="Kazi Rifat Al Muin" userId="e5defbde09aa7d6e" providerId="LiveId" clId="{1E31CC67-0564-496B-994A-180FD465257D}" dt="2026-10-12T07:34:56.481" v="108" actId="20577"/>
        <pc:sldMkLst>
          <pc:docMk/>
          <pc:sldMk cId="0" sldId="257"/>
        </pc:sldMkLst>
        <pc:spChg chg="del">
          <ac:chgData name="Kazi Rifat Al Muin" userId="e5defbde09aa7d6e" providerId="LiveId" clId="{1E31CC67-0564-496B-994A-180FD465257D}" dt="2026-10-12T07:34:46.231" v="94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Kazi Rifat Al Muin" userId="e5defbde09aa7d6e" providerId="LiveId" clId="{1E31CC67-0564-496B-994A-180FD465257D}" dt="2026-10-12T07:34:44.426" v="93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27:47.140" v="44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54.718" v="73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54.718" v="73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54.718" v="73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6:15.241" v="16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6:22.874" v="18" actId="1076"/>
          <ac:spMkLst>
            <pc:docMk/>
            <pc:sldMk cId="0" sldId="257"/>
            <ac:spMk id="1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26:27.080" v="19" actId="478"/>
          <ac:spMkLst>
            <pc:docMk/>
            <pc:sldMk cId="0" sldId="257"/>
            <ac:spMk id="13" creationId="{00000000-0000-0000-0000-000000000000}"/>
          </ac:spMkLst>
        </pc:spChg>
        <pc:spChg chg="add mod">
          <ac:chgData name="Kazi Rifat Al Muin" userId="e5defbde09aa7d6e" providerId="LiveId" clId="{1E31CC67-0564-496B-994A-180FD465257D}" dt="2026-10-12T07:34:56.481" v="108" actId="20577"/>
          <ac:spMkLst>
            <pc:docMk/>
            <pc:sldMk cId="0" sldId="257"/>
            <ac:spMk id="14" creationId="{F4180667-8D75-8227-4590-668331CCC9FA}"/>
          </ac:spMkLst>
        </pc:spChg>
      </pc:sldChg>
      <pc:sldChg chg="delSp modSp mod">
        <pc:chgData name="Kazi Rifat Al Muin" userId="e5defbde09aa7d6e" providerId="LiveId" clId="{1E31CC67-0564-496B-994A-180FD465257D}" dt="2026-10-12T07:34:28.673" v="92" actId="478"/>
        <pc:sldMkLst>
          <pc:docMk/>
          <pc:sldMk cId="0" sldId="258"/>
        </pc:sldMkLst>
        <pc:spChg chg="del">
          <ac:chgData name="Kazi Rifat Al Muin" userId="e5defbde09aa7d6e" providerId="LiveId" clId="{1E31CC67-0564-496B-994A-180FD465257D}" dt="2026-10-12T07:34:28.673" v="92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Kazi Rifat Al Muin" userId="e5defbde09aa7d6e" providerId="LiveId" clId="{1E31CC67-0564-496B-994A-180FD465257D}" dt="2026-10-12T07:34:26.929" v="91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59.219" v="74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59.219" v="74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59.219" v="74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8:05.668" v="49" actId="1076"/>
          <ac:spMkLst>
            <pc:docMk/>
            <pc:sldMk cId="0" sldId="258"/>
            <ac:spMk id="10" creationId="{00000000-0000-0000-0000-000000000000}"/>
          </ac:spMkLst>
        </pc:spChg>
      </pc:sldChg>
      <pc:sldChg chg="delSp mod">
        <pc:chgData name="Kazi Rifat Al Muin" userId="e5defbde09aa7d6e" providerId="LiveId" clId="{1E31CC67-0564-496B-994A-180FD465257D}" dt="2026-10-12T07:35:06.489" v="110" actId="478"/>
        <pc:sldMkLst>
          <pc:docMk/>
          <pc:sldMk cId="0" sldId="259"/>
        </pc:sldMkLst>
        <pc:spChg chg="del">
          <ac:chgData name="Kazi Rifat Al Muin" userId="e5defbde09aa7d6e" providerId="LiveId" clId="{1E31CC67-0564-496B-994A-180FD465257D}" dt="2026-10-12T07:35:06.489" v="110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5:05.537" v="109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04.746" v="75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04.746" v="75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04.746" v="75" actId="478"/>
          <ac:spMkLst>
            <pc:docMk/>
            <pc:sldMk cId="0" sldId="259"/>
            <ac:spMk id="7" creationId="{00000000-0000-0000-0000-000000000000}"/>
          </ac:spMkLst>
        </pc:spChg>
      </pc:sldChg>
      <pc:sldChg chg="addSp delSp modSp mod">
        <pc:chgData name="Kazi Rifat Al Muin" userId="e5defbde09aa7d6e" providerId="LiveId" clId="{1E31CC67-0564-496B-994A-180FD465257D}" dt="2026-10-12T07:35:51.392" v="177" actId="20577"/>
        <pc:sldMkLst>
          <pc:docMk/>
          <pc:sldMk cId="0" sldId="260"/>
        </pc:sldMkLst>
        <pc:spChg chg="del">
          <ac:chgData name="Kazi Rifat Al Muin" userId="e5defbde09aa7d6e" providerId="LiveId" clId="{1E31CC67-0564-496B-994A-180FD465257D}" dt="2026-10-12T07:35:12.003" v="113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Kazi Rifat Al Muin" userId="e5defbde09aa7d6e" providerId="LiveId" clId="{1E31CC67-0564-496B-994A-180FD465257D}" dt="2026-10-12T07:35:11.267" v="112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4:10.709" v="89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43.336" v="69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38.873" v="67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0:42.301" v="68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9:01.059" v="51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9:05.283" v="53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9:11.396" v="55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9:16.484" v="57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9:44.380" v="62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29:44.380" v="62" actId="1076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Kazi Rifat Al Muin" userId="e5defbde09aa7d6e" providerId="LiveId" clId="{1E31CC67-0564-496B-994A-180FD465257D}" dt="2026-10-12T07:35:51.392" v="177" actId="20577"/>
          <ac:spMkLst>
            <pc:docMk/>
            <pc:sldMk cId="0" sldId="260"/>
            <ac:spMk id="19" creationId="{8A6C13C4-2934-52B7-1CC4-8173E2AD98A6}"/>
          </ac:spMkLst>
        </pc:spChg>
      </pc:sldChg>
      <pc:sldChg chg="modSp del mod">
        <pc:chgData name="Kazi Rifat Al Muin" userId="e5defbde09aa7d6e" providerId="LiveId" clId="{1E31CC67-0564-496B-994A-180FD465257D}" dt="2026-10-12T07:30:22.582" v="66" actId="47"/>
        <pc:sldMkLst>
          <pc:docMk/>
          <pc:sldMk cId="0" sldId="261"/>
        </pc:sldMkLst>
        <pc:spChg chg="mod">
          <ac:chgData name="Kazi Rifat Al Muin" userId="e5defbde09aa7d6e" providerId="LiveId" clId="{1E31CC67-0564-496B-994A-180FD465257D}" dt="2026-10-12T07:29:52.804" v="64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0:02.355" v="65" actId="1036"/>
          <ac:spMkLst>
            <pc:docMk/>
            <pc:sldMk cId="0" sldId="261"/>
            <ac:spMk id="12" creationId="{00000000-0000-0000-0000-000000000000}"/>
          </ac:spMkLst>
        </pc:spChg>
      </pc:sldChg>
      <pc:sldChg chg="delSp modSp mod">
        <pc:chgData name="Kazi Rifat Al Muin" userId="e5defbde09aa7d6e" providerId="LiveId" clId="{1E31CC67-0564-496B-994A-180FD465257D}" dt="2026-10-12T07:38:01.754" v="196" actId="478"/>
        <pc:sldMkLst>
          <pc:docMk/>
          <pc:sldMk cId="0" sldId="262"/>
        </pc:sldMkLst>
        <pc:spChg chg="del">
          <ac:chgData name="Kazi Rifat Al Muin" userId="e5defbde09aa7d6e" providerId="LiveId" clId="{1E31CC67-0564-496B-994A-180FD465257D}" dt="2026-10-12T07:38:00.632" v="195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8:01.754" v="196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0.003" v="76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0.003" v="76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0.003" v="76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02.038" v="178" actId="122"/>
          <ac:spMkLst>
            <pc:docMk/>
            <pc:sldMk cId="0" sldId="262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04.549" v="179" actId="122"/>
          <ac:spMkLst>
            <pc:docMk/>
            <pc:sldMk cId="0" sldId="262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07.277" v="180" actId="122"/>
          <ac:spMkLst>
            <pc:docMk/>
            <pc:sldMk cId="0" sldId="262"/>
            <ac:spMk id="14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10.238" v="181" actId="122"/>
          <ac:spMkLst>
            <pc:docMk/>
            <pc:sldMk cId="0" sldId="262"/>
            <ac:spMk id="16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12.413" v="182" actId="122"/>
          <ac:spMkLst>
            <pc:docMk/>
            <pc:sldMk cId="0" sldId="262"/>
            <ac:spMk id="18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15.105" v="183" actId="122"/>
          <ac:spMkLst>
            <pc:docMk/>
            <pc:sldMk cId="0" sldId="262"/>
            <ac:spMk id="20" creationId="{00000000-0000-0000-0000-000000000000}"/>
          </ac:spMkLst>
        </pc:spChg>
      </pc:sldChg>
      <pc:sldChg chg="delSp modSp mod">
        <pc:chgData name="Kazi Rifat Al Muin" userId="e5defbde09aa7d6e" providerId="LiveId" clId="{1E31CC67-0564-496B-994A-180FD465257D}" dt="2026-10-12T07:38:57.270" v="213" actId="20577"/>
        <pc:sldMkLst>
          <pc:docMk/>
          <pc:sldMk cId="0" sldId="263"/>
        </pc:sldMkLst>
        <pc:spChg chg="del">
          <ac:chgData name="Kazi Rifat Al Muin" userId="e5defbde09aa7d6e" providerId="LiveId" clId="{1E31CC67-0564-496B-994A-180FD465257D}" dt="2026-10-12T07:38:04.245" v="197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8:05.696" v="198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8:57.270" v="213" actId="20577"/>
          <ac:spMkLst>
            <pc:docMk/>
            <pc:sldMk cId="0" sldId="263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5.104" v="77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5.104" v="77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5.104" v="77" actId="478"/>
          <ac:spMkLst>
            <pc:docMk/>
            <pc:sldMk cId="0" sldId="263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24.654" v="184" actId="122"/>
          <ac:spMkLst>
            <pc:docMk/>
            <pc:sldMk cId="0" sldId="263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24.654" v="184" actId="122"/>
          <ac:spMkLst>
            <pc:docMk/>
            <pc:sldMk cId="0" sldId="263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24.654" v="184" actId="122"/>
          <ac:spMkLst>
            <pc:docMk/>
            <pc:sldMk cId="0" sldId="263"/>
            <ac:spMk id="14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24.654" v="184" actId="122"/>
          <ac:spMkLst>
            <pc:docMk/>
            <pc:sldMk cId="0" sldId="263"/>
            <ac:spMk id="16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24.654" v="184" actId="122"/>
          <ac:spMkLst>
            <pc:docMk/>
            <pc:sldMk cId="0" sldId="263"/>
            <ac:spMk id="18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24.654" v="184" actId="122"/>
          <ac:spMkLst>
            <pc:docMk/>
            <pc:sldMk cId="0" sldId="263"/>
            <ac:spMk id="20" creationId="{00000000-0000-0000-0000-000000000000}"/>
          </ac:spMkLst>
        </pc:spChg>
      </pc:sldChg>
      <pc:sldChg chg="delSp modSp mod">
        <pc:chgData name="Kazi Rifat Al Muin" userId="e5defbde09aa7d6e" providerId="LiveId" clId="{1E31CC67-0564-496B-994A-180FD465257D}" dt="2026-10-12T07:38:09.046" v="200" actId="478"/>
        <pc:sldMkLst>
          <pc:docMk/>
          <pc:sldMk cId="0" sldId="264"/>
        </pc:sldMkLst>
        <pc:spChg chg="del">
          <ac:chgData name="Kazi Rifat Al Muin" userId="e5defbde09aa7d6e" providerId="LiveId" clId="{1E31CC67-0564-496B-994A-180FD465257D}" dt="2026-10-12T07:38:07.710" v="199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8:09.046" v="200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9.576" v="78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9.576" v="78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19.576" v="78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55.519" v="185" actId="122"/>
          <ac:spMkLst>
            <pc:docMk/>
            <pc:sldMk cId="0" sldId="264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55.519" v="185" actId="122"/>
          <ac:spMkLst>
            <pc:docMk/>
            <pc:sldMk cId="0" sldId="264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55.519" v="185" actId="122"/>
          <ac:spMkLst>
            <pc:docMk/>
            <pc:sldMk cId="0" sldId="264"/>
            <ac:spMk id="14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55.519" v="185" actId="122"/>
          <ac:spMkLst>
            <pc:docMk/>
            <pc:sldMk cId="0" sldId="264"/>
            <ac:spMk id="16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55.519" v="185" actId="122"/>
          <ac:spMkLst>
            <pc:docMk/>
            <pc:sldMk cId="0" sldId="264"/>
            <ac:spMk id="18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6:55.519" v="185" actId="122"/>
          <ac:spMkLst>
            <pc:docMk/>
            <pc:sldMk cId="0" sldId="264"/>
            <ac:spMk id="2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7:02.592" v="186" actId="20577"/>
          <ac:spMkLst>
            <pc:docMk/>
            <pc:sldMk cId="0" sldId="264"/>
            <ac:spMk id="21" creationId="{00000000-0000-0000-0000-000000000000}"/>
          </ac:spMkLst>
        </pc:spChg>
      </pc:sldChg>
      <pc:sldChg chg="addSp delSp modSp mod">
        <pc:chgData name="Kazi Rifat Al Muin" userId="e5defbde09aa7d6e" providerId="LiveId" clId="{1E31CC67-0564-496B-994A-180FD465257D}" dt="2026-10-12T07:38:51.154" v="212" actId="20577"/>
        <pc:sldMkLst>
          <pc:docMk/>
          <pc:sldMk cId="0" sldId="265"/>
        </pc:sldMkLst>
        <pc:spChg chg="del">
          <ac:chgData name="Kazi Rifat Al Muin" userId="e5defbde09aa7d6e" providerId="LiveId" clId="{1E31CC67-0564-496B-994A-180FD465257D}" dt="2026-10-12T07:38:10.975" v="201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8:11.890" v="202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8:51.154" v="212" actId="20577"/>
          <ac:spMkLst>
            <pc:docMk/>
            <pc:sldMk cId="0" sldId="265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23.139" v="79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23.139" v="79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23.139" v="79" actId="478"/>
          <ac:spMkLst>
            <pc:docMk/>
            <pc:sldMk cId="0" sldId="265"/>
            <ac:spMk id="7" creationId="{00000000-0000-0000-0000-000000000000}"/>
          </ac:spMkLst>
        </pc:spChg>
        <pc:spChg chg="add mod">
          <ac:chgData name="Kazi Rifat Al Muin" userId="e5defbde09aa7d6e" providerId="LiveId" clId="{1E31CC67-0564-496B-994A-180FD465257D}" dt="2026-10-12T07:37:32.635" v="190" actId="571"/>
          <ac:spMkLst>
            <pc:docMk/>
            <pc:sldMk cId="0" sldId="265"/>
            <ac:spMk id="8" creationId="{47B3E45C-DC15-1B38-E8BC-B3D804F71323}"/>
          </ac:spMkLst>
        </pc:spChg>
        <pc:spChg chg="mod">
          <ac:chgData name="Kazi Rifat Al Muin" userId="e5defbde09aa7d6e" providerId="LiveId" clId="{1E31CC67-0564-496B-994A-180FD465257D}" dt="2026-10-12T07:37:34.119" v="191" actId="122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7:34.119" v="191" actId="122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7:34.119" v="191" actId="122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7:34.119" v="191" actId="122"/>
          <ac:spMkLst>
            <pc:docMk/>
            <pc:sldMk cId="0" sldId="265"/>
            <ac:spMk id="16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7:38.159" v="192" actId="122"/>
          <ac:spMkLst>
            <pc:docMk/>
            <pc:sldMk cId="0" sldId="265"/>
            <ac:spMk id="18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7:38.159" v="192" actId="122"/>
          <ac:spMkLst>
            <pc:docMk/>
            <pc:sldMk cId="0" sldId="265"/>
            <ac:spMk id="20" creationId="{00000000-0000-0000-0000-000000000000}"/>
          </ac:spMkLst>
        </pc:spChg>
        <pc:spChg chg="add mod">
          <ac:chgData name="Kazi Rifat Al Muin" userId="e5defbde09aa7d6e" providerId="LiveId" clId="{1E31CC67-0564-496B-994A-180FD465257D}" dt="2026-10-12T07:37:32.635" v="190" actId="571"/>
          <ac:spMkLst>
            <pc:docMk/>
            <pc:sldMk cId="0" sldId="265"/>
            <ac:spMk id="21" creationId="{30969D09-58ED-6187-5B12-3DD5A97DE491}"/>
          </ac:spMkLst>
        </pc:spChg>
        <pc:spChg chg="add mod">
          <ac:chgData name="Kazi Rifat Al Muin" userId="e5defbde09aa7d6e" providerId="LiveId" clId="{1E31CC67-0564-496B-994A-180FD465257D}" dt="2026-10-12T07:37:32.635" v="190" actId="571"/>
          <ac:spMkLst>
            <pc:docMk/>
            <pc:sldMk cId="0" sldId="265"/>
            <ac:spMk id="22" creationId="{00998F16-D914-7D55-3E30-8F8CC1B09490}"/>
          </ac:spMkLst>
        </pc:spChg>
        <pc:spChg chg="add mod">
          <ac:chgData name="Kazi Rifat Al Muin" userId="e5defbde09aa7d6e" providerId="LiveId" clId="{1E31CC67-0564-496B-994A-180FD465257D}" dt="2026-10-12T07:37:32.635" v="190" actId="571"/>
          <ac:spMkLst>
            <pc:docMk/>
            <pc:sldMk cId="0" sldId="265"/>
            <ac:spMk id="23" creationId="{798F9C5C-89DC-6865-959F-57B4C102A188}"/>
          </ac:spMkLst>
        </pc:spChg>
      </pc:sldChg>
      <pc:sldChg chg="delSp modSp mod">
        <pc:chgData name="Kazi Rifat Al Muin" userId="e5defbde09aa7d6e" providerId="LiveId" clId="{1E31CC67-0564-496B-994A-180FD465257D}" dt="2026-10-12T07:38:45.670" v="211" actId="20577"/>
        <pc:sldMkLst>
          <pc:docMk/>
          <pc:sldMk cId="0" sldId="266"/>
        </pc:sldMkLst>
        <pc:spChg chg="del">
          <ac:chgData name="Kazi Rifat Al Muin" userId="e5defbde09aa7d6e" providerId="LiveId" clId="{1E31CC67-0564-496B-994A-180FD465257D}" dt="2026-10-12T07:37:55.307" v="194" actId="478"/>
          <ac:spMkLst>
            <pc:docMk/>
            <pc:sldMk cId="0" sldId="266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7:53.573" v="193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8:45.670" v="211" actId="20577"/>
          <ac:spMkLst>
            <pc:docMk/>
            <pc:sldMk cId="0" sldId="266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26.589" v="80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26.589" v="80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26.589" v="80" actId="478"/>
          <ac:spMkLst>
            <pc:docMk/>
            <pc:sldMk cId="0" sldId="266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8:28.370" v="205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8:34.553" v="209" actId="20577"/>
          <ac:spMkLst>
            <pc:docMk/>
            <pc:sldMk cId="0" sldId="266"/>
            <ac:spMk id="12" creationId="{00000000-0000-0000-0000-000000000000}"/>
          </ac:spMkLst>
        </pc:spChg>
      </pc:sldChg>
      <pc:sldChg chg="delSp modSp mod">
        <pc:chgData name="Kazi Rifat Al Muin" userId="e5defbde09aa7d6e" providerId="LiveId" clId="{1E31CC67-0564-496B-994A-180FD465257D}" dt="2026-10-12T07:45:49.077" v="333" actId="20577"/>
        <pc:sldMkLst>
          <pc:docMk/>
          <pc:sldMk cId="0" sldId="267"/>
        </pc:sldMkLst>
        <pc:spChg chg="del">
          <ac:chgData name="Kazi Rifat Al Muin" userId="e5defbde09aa7d6e" providerId="LiveId" clId="{1E31CC67-0564-496B-994A-180FD465257D}" dt="2026-10-12T07:45:35.210" v="328" actId="478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Kazi Rifat Al Muin" userId="e5defbde09aa7d6e" providerId="LiveId" clId="{1E31CC67-0564-496B-994A-180FD465257D}" dt="2026-10-12T07:45:37.548" v="331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5:49.077" v="333" actId="20577"/>
          <ac:spMkLst>
            <pc:docMk/>
            <pc:sldMk cId="0" sldId="267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30.927" v="81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30.927" v="81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30.927" v="81" actId="478"/>
          <ac:spMkLst>
            <pc:docMk/>
            <pc:sldMk cId="0" sldId="267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9:28.419" v="221" actId="103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9:28.419" v="221" actId="103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9:17.905" v="214" actId="122"/>
          <ac:spMkLst>
            <pc:docMk/>
            <pc:sldMk cId="0" sldId="267"/>
            <ac:spMk id="14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39:17.905" v="214" actId="122"/>
          <ac:spMkLst>
            <pc:docMk/>
            <pc:sldMk cId="0" sldId="267"/>
            <ac:spMk id="16" creationId="{00000000-0000-0000-0000-000000000000}"/>
          </ac:spMkLst>
        </pc:spChg>
      </pc:sldChg>
      <pc:sldChg chg="delSp modSp mod">
        <pc:chgData name="Kazi Rifat Al Muin" userId="e5defbde09aa7d6e" providerId="LiveId" clId="{1E31CC67-0564-496B-994A-180FD465257D}" dt="2026-10-12T07:45:33.568" v="327" actId="478"/>
        <pc:sldMkLst>
          <pc:docMk/>
          <pc:sldMk cId="0" sldId="268"/>
        </pc:sldMkLst>
        <pc:spChg chg="del">
          <ac:chgData name="Kazi Rifat Al Muin" userId="e5defbde09aa7d6e" providerId="LiveId" clId="{1E31CC67-0564-496B-994A-180FD465257D}" dt="2026-10-12T07:45:32.541" v="326" actId="478"/>
          <ac:spMkLst>
            <pc:docMk/>
            <pc:sldMk cId="0" sldId="268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45:33.568" v="327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0:43.723" v="232" actId="20577"/>
          <ac:spMkLst>
            <pc:docMk/>
            <pc:sldMk cId="0" sldId="268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37.661" v="82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37.661" v="82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37.661" v="82" actId="478"/>
          <ac:spMkLst>
            <pc:docMk/>
            <pc:sldMk cId="0" sldId="268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0:32.055" v="231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0:28.492" v="230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0:25.416" v="229" actId="20577"/>
          <ac:spMkLst>
            <pc:docMk/>
            <pc:sldMk cId="0" sldId="268"/>
            <ac:spMk id="14" creationId="{00000000-0000-0000-0000-000000000000}"/>
          </ac:spMkLst>
        </pc:spChg>
      </pc:sldChg>
      <pc:sldChg chg="delSp modSp mod">
        <pc:chgData name="Kazi Rifat Al Muin" userId="e5defbde09aa7d6e" providerId="LiveId" clId="{1E31CC67-0564-496B-994A-180FD465257D}" dt="2026-10-12T07:45:44.558" v="332" actId="20577"/>
        <pc:sldMkLst>
          <pc:docMk/>
          <pc:sldMk cId="0" sldId="269"/>
        </pc:sldMkLst>
        <pc:spChg chg="del">
          <ac:chgData name="Kazi Rifat Al Muin" userId="e5defbde09aa7d6e" providerId="LiveId" clId="{1E31CC67-0564-496B-994A-180FD465257D}" dt="2026-10-12T07:45:29.039" v="324" actId="478"/>
          <ac:spMkLst>
            <pc:docMk/>
            <pc:sldMk cId="0" sldId="269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45:30.423" v="325" actId="4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5:44.558" v="332" actId="20577"/>
          <ac:spMkLst>
            <pc:docMk/>
            <pc:sldMk cId="0" sldId="269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42.723" v="84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41.658" v="83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41.658" v="83" actId="478"/>
          <ac:spMkLst>
            <pc:docMk/>
            <pc:sldMk cId="0" sldId="269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1:11.385" v="235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1:11.385" v="235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1:11.385" v="235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1:01.177" v="233" actId="122"/>
          <ac:spMkLst>
            <pc:docMk/>
            <pc:sldMk cId="0" sldId="269"/>
            <ac:spMk id="17" creationId="{00000000-0000-0000-0000-000000000000}"/>
          </ac:spMkLst>
        </pc:spChg>
      </pc:sldChg>
      <pc:sldChg chg="addSp delSp modSp mod">
        <pc:chgData name="Kazi Rifat Al Muin" userId="e5defbde09aa7d6e" providerId="LiveId" clId="{1E31CC67-0564-496B-994A-180FD465257D}" dt="2026-10-12T07:49:42.216" v="343" actId="14100"/>
        <pc:sldMkLst>
          <pc:docMk/>
          <pc:sldMk cId="0" sldId="270"/>
        </pc:sldMkLst>
        <pc:spChg chg="del">
          <ac:chgData name="Kazi Rifat Al Muin" userId="e5defbde09aa7d6e" providerId="LiveId" clId="{1E31CC67-0564-496B-994A-180FD465257D}" dt="2026-10-12T07:45:25.072" v="322" actId="478"/>
          <ac:spMkLst>
            <pc:docMk/>
            <pc:sldMk cId="0" sldId="270"/>
            <ac:spMk id="2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45:26.383" v="323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46.315" v="85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46.315" v="85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46.315" v="85" actId="478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4:11.772" v="300" actId="14100"/>
          <ac:spMkLst>
            <pc:docMk/>
            <pc:sldMk cId="0" sldId="270"/>
            <ac:spMk id="10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3:03.739" v="272" actId="21"/>
          <ac:spMkLst>
            <pc:docMk/>
            <pc:sldMk cId="0" sldId="270"/>
            <ac:spMk id="11" creationId="{00000000-0000-0000-0000-000000000000}"/>
          </ac:spMkLst>
        </pc:spChg>
        <pc:picChg chg="mod">
          <ac:chgData name="Kazi Rifat Al Muin" userId="e5defbde09aa7d6e" providerId="LiveId" clId="{1E31CC67-0564-496B-994A-180FD465257D}" dt="2026-10-12T07:49:37.072" v="340" actId="14100"/>
          <ac:picMkLst>
            <pc:docMk/>
            <pc:sldMk cId="0" sldId="270"/>
            <ac:picMk id="9" creationId="{00000000-0000-0000-0000-000000000000}"/>
          </ac:picMkLst>
        </pc:picChg>
        <pc:picChg chg="add mod">
          <ac:chgData name="Kazi Rifat Al Muin" userId="e5defbde09aa7d6e" providerId="LiveId" clId="{1E31CC67-0564-496B-994A-180FD465257D}" dt="2026-10-12T07:49:42.216" v="343" actId="14100"/>
          <ac:picMkLst>
            <pc:docMk/>
            <pc:sldMk cId="0" sldId="270"/>
            <ac:picMk id="12" creationId="{4386D69B-D983-AA4F-F314-376F1D526520}"/>
          </ac:picMkLst>
        </pc:picChg>
      </pc:sldChg>
      <pc:sldChg chg="delSp modSp mod">
        <pc:chgData name="Kazi Rifat Al Muin" userId="e5defbde09aa7d6e" providerId="LiveId" clId="{1E31CC67-0564-496B-994A-180FD465257D}" dt="2026-10-12T07:45:18.834" v="321" actId="478"/>
        <pc:sldMkLst>
          <pc:docMk/>
          <pc:sldMk cId="0" sldId="271"/>
        </pc:sldMkLst>
        <pc:spChg chg="del">
          <ac:chgData name="Kazi Rifat Al Muin" userId="e5defbde09aa7d6e" providerId="LiveId" clId="{1E31CC67-0564-496B-994A-180FD465257D}" dt="2026-10-12T07:45:18.834" v="321" actId="478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Kazi Rifat Al Muin" userId="e5defbde09aa7d6e" providerId="LiveId" clId="{1E31CC67-0564-496B-994A-180FD465257D}" dt="2026-10-12T07:44:42.539" v="308" actId="478"/>
          <ac:spMkLst>
            <pc:docMk/>
            <pc:sldMk cId="0" sldId="271"/>
            <ac:spMk id="3" creationId="{00000000-0000-0000-0000-000000000000}"/>
          </ac:spMkLst>
        </pc:spChg>
        <pc:spChg chg="mod">
          <ac:chgData name="Kazi Rifat Al Muin" userId="e5defbde09aa7d6e" providerId="LiveId" clId="{1E31CC67-0564-496B-994A-180FD465257D}" dt="2026-10-12T07:45:17.045" v="320" actId="1076"/>
          <ac:spMkLst>
            <pc:docMk/>
            <pc:sldMk cId="0" sldId="271"/>
            <ac:spMk id="4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50.250" v="86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50.250" v="86" actId="478"/>
          <ac:spMkLst>
            <pc:docMk/>
            <pc:sldMk cId="0" sldId="271"/>
            <ac:spMk id="6" creationId="{00000000-0000-0000-0000-000000000000}"/>
          </ac:spMkLst>
        </pc:spChg>
        <pc:spChg chg="del">
          <ac:chgData name="Kazi Rifat Al Muin" userId="e5defbde09aa7d6e" providerId="LiveId" clId="{1E31CC67-0564-496B-994A-180FD465257D}" dt="2026-10-12T07:31:50.250" v="86" actId="478"/>
          <ac:spMkLst>
            <pc:docMk/>
            <pc:sldMk cId="0" sldId="271"/>
            <ac:spMk id="7" creationId="{00000000-0000-0000-0000-000000000000}"/>
          </ac:spMkLst>
        </pc:spChg>
        <pc:spChg chg="del mod">
          <ac:chgData name="Kazi Rifat Al Muin" userId="e5defbde09aa7d6e" providerId="LiveId" clId="{1E31CC67-0564-496B-994A-180FD465257D}" dt="2026-10-12T07:31:56.358" v="88" actId="478"/>
          <ac:spMkLst>
            <pc:docMk/>
            <pc:sldMk cId="0" sldId="271"/>
            <ac:spMk id="9" creationId="{00000000-0000-0000-0000-000000000000}"/>
          </ac:spMkLst>
        </pc:spChg>
        <pc:picChg chg="del">
          <ac:chgData name="Kazi Rifat Al Muin" userId="e5defbde09aa7d6e" providerId="LiveId" clId="{1E31CC67-0564-496B-994A-180FD465257D}" dt="2026-10-12T07:41:26.180" v="236" actId="21"/>
          <ac:picMkLst>
            <pc:docMk/>
            <pc:sldMk cId="0" sldId="271"/>
            <ac:picMk id="8" creationId="{00000000-0000-0000-0000-000000000000}"/>
          </ac:picMkLst>
        </pc:picChg>
      </pc:sldChg>
      <pc:sldMasterChg chg="modSldLayout">
        <pc:chgData name="Kazi Rifat Al Muin" userId="e5defbde09aa7d6e" providerId="LiveId" clId="{1E31CC67-0564-496B-994A-180FD465257D}" dt="2026-10-12T07:47:23.153" v="334"/>
        <pc:sldMasterMkLst>
          <pc:docMk/>
          <pc:sldMasterMk cId="0" sldId="2147483648"/>
        </pc:sldMasterMkLst>
        <pc:sldLayoutChg chg="addSp modSp">
          <pc:chgData name="Kazi Rifat Al Muin" userId="e5defbde09aa7d6e" providerId="LiveId" clId="{1E31CC67-0564-496B-994A-180FD465257D}" dt="2026-10-12T07:47:23.153" v="334"/>
          <pc:sldLayoutMkLst>
            <pc:docMk/>
            <pc:sldMasterMk cId="0" sldId="2147483648"/>
            <pc:sldLayoutMk cId="0" sldId="2147483649"/>
          </pc:sldLayoutMkLst>
          <pc:spChg chg="add mod">
            <ac:chgData name="Kazi Rifat Al Muin" userId="e5defbde09aa7d6e" providerId="LiveId" clId="{1E31CC67-0564-496B-994A-180FD465257D}" dt="2026-10-12T07:47:23.153" v="334"/>
            <ac:spMkLst>
              <pc:docMk/>
              <pc:sldMasterMk cId="0" sldId="2147483648"/>
              <pc:sldLayoutMk cId="0" sldId="2147483649"/>
              <ac:spMk id="2" creationId="{052EE09D-9DE3-56B7-ABC2-677D56AF8246}"/>
            </ac:spMkLst>
          </pc:spChg>
          <pc:spChg chg="add mod">
            <ac:chgData name="Kazi Rifat Al Muin" userId="e5defbde09aa7d6e" providerId="LiveId" clId="{1E31CC67-0564-496B-994A-180FD465257D}" dt="2026-10-12T07:47:23.153" v="334"/>
            <ac:spMkLst>
              <pc:docMk/>
              <pc:sldMasterMk cId="0" sldId="2147483648"/>
              <pc:sldLayoutMk cId="0" sldId="2147483649"/>
              <ac:spMk id="3" creationId="{3A31B249-A7EC-56E2-0DCD-5EAE2E450FA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8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report/report.tex;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Sections 1–2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docs/images/release-level-1.png through release-level-7.png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objects/weapon-pistol/; report/report-sections.tex, Section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objects/weapon-pistol/; report/report-sections.tex, Section 3.5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objects/weapon-shotgun/; objects/weapon-rifle/; report/report-sections.tex, Section 3.6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objects/target/; report/report-sections.tex, Section 3.7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objects/human/; objects/bird/; report/report-sections.tex, Section 4.2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7; lighting/day-2-mask-15.png; lighting/night-2-mask-15.png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Sections 7.1–7.2; lighting/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7.3; lighting/night-*-mask-15.png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7.3; lighting/night-*-mask-15-close.png; shaders/lighting.glsl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EE09D-9DE3-56B7-ABC2-677D56AF8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87ED-B863-4CA0-B986-0480143281F2}" type="datetime3">
              <a:rPr lang="en-US" smtClean="0"/>
              <a:t>12 October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1B249-A7EC-56E2-0DCD-5EAE2E450F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F25AD-BDE5-F772-D307-F6E5C834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9E70B-0495-4E28-B610-0A2DA0F56FAF}" type="datetime3">
              <a:rPr lang="en-US" smtClean="0"/>
              <a:t>12 October 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9607CB-EFDC-5D6F-42A5-5E8785458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0938E-A7D2-473C-9971-7885836625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</a:t>
            </a:r>
            <a:endParaRPr lang="en-US" sz="40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6EAD8B8-A5FD-B000-3C1A-B56549A5FD81}"/>
              </a:ext>
            </a:extLst>
          </p:cNvPr>
          <p:cNvSpPr/>
          <p:nvPr/>
        </p:nvSpPr>
        <p:spPr>
          <a:xfrm>
            <a:off x="694944" y="1675767"/>
            <a:ext cx="29454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interactive graphics project</a:t>
            </a:r>
            <a:endParaRPr lang="en-US" sz="29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60AA629-9C3A-994D-DC0B-39606D24EDB9}"/>
              </a:ext>
            </a:extLst>
          </p:cNvPr>
          <p:cNvSpPr/>
          <p:nvPr/>
        </p:nvSpPr>
        <p:spPr>
          <a:xfrm>
            <a:off x="694944" y="31325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Kazi Rifat Al Muin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Roll: 2107042</a:t>
            </a:r>
            <a:endParaRPr lang="en-US" sz="23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884E2C2B-CF7E-8DE8-E2AF-534A4C237E6B}"/>
              </a:ext>
            </a:extLst>
          </p:cNvPr>
          <p:cNvSpPr/>
          <p:nvPr/>
        </p:nvSpPr>
        <p:spPr>
          <a:xfrm>
            <a:off x="694944" y="4613817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CSE 4102</a:t>
            </a:r>
            <a:r>
              <a:rPr lang="en-US" sz="1600" dirty="0"/>
              <a:t>: 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Computer Graphics and 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Image Processing Laboratory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Khulna University of Engineering &amp; Technology</a:t>
            </a:r>
            <a:endParaRPr lang="en-US" sz="1600" dirty="0"/>
          </a:p>
        </p:txBody>
      </p:sp>
      <p:pic>
        <p:nvPicPr>
          <p:cNvPr id="19" name="Image 0" descr="C:\Users\USER\OneDrive\My Codes\GitHub\Graphics-Project\docs\images\release-arena.png">
            <a:extLst>
              <a:ext uri="{FF2B5EF4-FFF2-40B4-BE49-F238E27FC236}">
                <a16:creationId xmlns:a16="http://schemas.microsoft.com/office/drawing/2014/main" id="{E31CB5BA-368A-18CF-E663-715060745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821" y="1510416"/>
            <a:ext cx="6844654" cy="4277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C:\Users\USER\OneDrive\My Codes\GitHub\Graphics-Project\docs\images\release-pist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52231"/>
            <a:ext cx="5294376" cy="33089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28008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view — aiming, targets and HUD</a:t>
            </a:r>
            <a:endParaRPr lang="en-US" sz="1200" dirty="0"/>
          </a:p>
        </p:txBody>
      </p:sp>
      <p:pic>
        <p:nvPicPr>
          <p:cNvPr id="11" name="Image 1" descr="C:\Users\USER\OneDrive\My Codes\GitHub\Graphics-Project\docs\images\release-are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852231"/>
            <a:ext cx="5294376" cy="33089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5283679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Arena view — walls, cover and firing lanes</a:t>
            </a:r>
            <a:endParaRPr lang="en-US" sz="12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F4180667-8D75-8227-4590-668331CCC9FA}"/>
              </a:ext>
            </a:extLst>
          </p:cNvPr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</a:rPr>
              <a:t>Game View</a:t>
            </a:r>
            <a:endParaRPr lang="en-US" sz="30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7BD1AD1-2293-2F9C-7626-91190D53B6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2</a:t>
            </a:fld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EDB4517-3252-541C-98EC-C45C28AC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5DAE6-56AB-4962-9862-3A154EA49B02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seven Challenge levels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600200"/>
          <a:ext cx="10789920" cy="380390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Level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Walking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Motion / cover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NPCs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Stationary targets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Centre target moves horizontally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Separate X, Y and Z motion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Cargo cover, longer range and rotation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Compound target trajectories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 birds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Faster three-axis trajectories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 birds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pair: faster motion and spin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 birds; 36 humans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58368" y="56026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targets across seven levels; movement unlocks from Level 4.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A3045-C9F3-FDB4-E021-915CB6BD59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3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6F4467D-6DB6-7FFC-6510-7568B1C8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30CFA-8A17-43F7-A898-3D9CFA1308FF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levels in pictures</a:t>
            </a:r>
            <a:endParaRPr lang="en-US" sz="3000" dirty="0"/>
          </a:p>
        </p:txBody>
      </p:sp>
      <p:pic>
        <p:nvPicPr>
          <p:cNvPr id="9" name="Image 0" descr="C:\Users\USER\OneDrive\My Codes\GitHub\Graphics-Project\docs\images\release-level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77638"/>
            <a:ext cx="2546604" cy="15916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Stationary</a:t>
            </a:r>
            <a:endParaRPr lang="en-US" sz="1200" dirty="0"/>
          </a:p>
        </p:txBody>
      </p:sp>
      <p:pic>
        <p:nvPicPr>
          <p:cNvPr id="11" name="Image 1" descr="C:\Users\USER\OneDrive\My Codes\GitHub\Graphics-Project\docs\images\release-level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716" y="1677638"/>
            <a:ext cx="2546604" cy="1591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2716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Horizontal motion</a:t>
            </a:r>
            <a:endParaRPr lang="en-US" sz="1200" dirty="0"/>
          </a:p>
        </p:txBody>
      </p:sp>
      <p:pic>
        <p:nvPicPr>
          <p:cNvPr id="13" name="Image 2" descr="C:\Users\USER\OneDrive\My Codes\GitHub\Graphics-Project\docs\images\release-level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677638"/>
            <a:ext cx="2546604" cy="15916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0488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Separate motion axes</a:t>
            </a:r>
            <a:endParaRPr lang="en-US" sz="1200" dirty="0"/>
          </a:p>
        </p:txBody>
      </p:sp>
      <p:pic>
        <p:nvPicPr>
          <p:cNvPr id="15" name="Image 3" descr="C:\Users\USER\OneDrive\My Codes\GitHub\Graphics-Project\docs\images\release-level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8260" y="1677638"/>
            <a:ext cx="2546604" cy="1591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38260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Cover + rotation</a:t>
            </a:r>
            <a:endParaRPr lang="en-US" sz="1200" dirty="0"/>
          </a:p>
        </p:txBody>
      </p:sp>
      <p:pic>
        <p:nvPicPr>
          <p:cNvPr id="17" name="Image 4" descr="C:\Users\USER\OneDrive\My Codes\GitHub\Graphics-Project\docs\images\release-level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009358"/>
            <a:ext cx="2546604" cy="159162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Compound motion + birds</a:t>
            </a:r>
            <a:endParaRPr lang="en-US" sz="1200" dirty="0"/>
          </a:p>
        </p:txBody>
      </p:sp>
      <p:pic>
        <p:nvPicPr>
          <p:cNvPr id="19" name="Image 5" descr="C:\Users\USER\OneDrive\My Codes\GitHub\Graphics-Project\docs\images\release-level-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716" y="4009358"/>
            <a:ext cx="2546604" cy="159162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442716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Faster motion</a:t>
            </a:r>
            <a:endParaRPr lang="en-US" sz="1200" dirty="0"/>
          </a:p>
        </p:txBody>
      </p:sp>
      <p:pic>
        <p:nvPicPr>
          <p:cNvPr id="21" name="Image 6" descr="C:\Users\USER\OneDrive\My Codes\GitHub\Graphics-Project\docs\images\release-level-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88" y="4009358"/>
            <a:ext cx="2546604" cy="159162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190488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Birds + humans</a:t>
            </a:r>
            <a:endParaRPr lang="en-US" sz="1200" dirty="0"/>
          </a:p>
        </p:txBody>
      </p:sp>
      <p:pic>
        <p:nvPicPr>
          <p:cNvPr id="23" name="Image 7" descr="C:\Users\USER\OneDrive\My Codes\GitHub\Graphics-Project\docs\images\release-level-7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8260" y="4009358"/>
            <a:ext cx="2546604" cy="159162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938260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Final-level results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D2E4C9-6411-E6CC-A437-8BAFF822CA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4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8043C53B-0878-CC3B-BBB9-EBC74C85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328F3-E954-4C0B-86C7-D8B30A272242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C:\Users\USER\OneDrive\My Codes\GitHub\Graphics-Project\objects\weapon-pistol\part-0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368868"/>
            <a:ext cx="2546604" cy="19099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4415981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cube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pistol\part-0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716" y="2368868"/>
            <a:ext cx="2546604" cy="19099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2716" y="4415981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component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pistol\part-0-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2368868"/>
            <a:ext cx="2546604" cy="19099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44768" y="4415981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Placed component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pistol\comple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8260" y="2368868"/>
            <a:ext cx="2546604" cy="19099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38260" y="4415981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pistol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3442716" y="5234654"/>
            <a:ext cx="5029200" cy="557784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589020" y="531695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T Rz Ry Rx H S</a:t>
            </a:r>
            <a:endParaRPr lang="en-US" sz="25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6C13C4-2934-52B7-1CC4-8173E2AD98A6}"/>
              </a:ext>
            </a:extLst>
          </p:cNvPr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 using 3D Transformation</a:t>
            </a:r>
            <a:endParaRPr lang="en-US" sz="300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973D27-56D7-6651-23B9-04A7AB353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5</a:t>
            </a:fld>
            <a:endParaRPr lang="en-US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29E5B5C8-AA73-3893-950A-07DF13BF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C1AA-8519-47F7-8C28-1CE6355C6629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Pistol: from first part to complete model</a:t>
            </a:r>
            <a:endParaRPr lang="en-US" sz="3000" dirty="0"/>
          </a:p>
        </p:txBody>
      </p:sp>
      <p:pic>
        <p:nvPicPr>
          <p:cNvPr id="9" name="Image 0" descr="C:\Users\USER\OneDrive\My Codes\GitHub\Graphics-Project\objects\weapon-pistol\assembl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96" y="1508760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1 parts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pistol\assembly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792" y="1508760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3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pistol\assembly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508760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5 parts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pistol\assembly-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096" y="3863340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7 parts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weapon-pistol\assembly-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792" y="3863340"/>
            <a:ext cx="2554224" cy="19156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9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weapon-pistol\assembly-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3863340"/>
            <a:ext cx="2554224" cy="19156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parts — complete pistol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2DF018-46A0-C34A-6569-18A4F12ED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6</a:t>
            </a:fld>
            <a:endParaRPr lang="en-US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57115EA5-8E1B-405B-D330-2A1297D9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9CA0-AA65-41DA-BA09-5499E571A159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and Rifle: complete assemblies</a:t>
            </a:r>
            <a:endParaRPr lang="en-US" sz="3000" dirty="0"/>
          </a:p>
        </p:txBody>
      </p:sp>
      <p:pic>
        <p:nvPicPr>
          <p:cNvPr id="9" name="Image 0" descr="C:\Users\USER\OneDrive\My Codes\GitHub\Graphics-Project\objects\weapon-shotgun\assembl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96" y="1508760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first part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shotgun\assembly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792" y="1508760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7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shotgun\assembly-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508760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complete, 14 parts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rifle\assembly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096" y="3863340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first part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weapon-rifle\assembly-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792" y="3863340"/>
            <a:ext cx="2554224" cy="19156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8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weapon-rifle\assembly-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3863340"/>
            <a:ext cx="2554224" cy="19156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complete, 15 parts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779217-8389-AB21-CF56-AE7E6D4650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7</a:t>
            </a:fld>
            <a:endParaRPr lang="en-US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A7B173DE-2E05-141B-7803-64BE156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E35E5-DCE7-4746-BEB8-C30DFC776345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stand, slices and scoring rings</a:t>
            </a:r>
            <a:endParaRPr lang="en-US" sz="3000" dirty="0"/>
          </a:p>
        </p:txBody>
      </p:sp>
      <p:pic>
        <p:nvPicPr>
          <p:cNvPr id="9" name="Image 0" descr="C:\Users\USER\OneDrive\My Codes\GitHub\Graphics-Project\objects\target\assembl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76" y="1490472"/>
            <a:ext cx="2340864" cy="17556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target\assembly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90472"/>
            <a:ext cx="2340864" cy="17556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stand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target\assembly-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168" y="1490472"/>
            <a:ext cx="2340864" cy="17556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8 plate slices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target\assembly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776" y="3685032"/>
            <a:ext cx="2340864" cy="17556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16 plate slices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target\assembly-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685032"/>
            <a:ext cx="2340864" cy="17556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parts — complete target</a:t>
            </a:r>
            <a:endParaRPr lang="en-US" sz="1200" dirty="0"/>
          </a:p>
        </p:txBody>
      </p:sp>
      <p:pic>
        <p:nvPicPr>
          <p:cNvPr id="19" name="Image 5" descr="C:\Users\USER\OneDrive\My Codes\GitHub\Graphics-Project\docs\images\release-target-fro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9082" y="3685032"/>
            <a:ext cx="2809037" cy="175564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shader-generated rings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694944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plate slices:  width = 2√(r² − y²)</a:t>
            </a:r>
            <a:endParaRPr lang="en-US" sz="1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BBA1F5B-89F6-5811-342D-260F322C84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8</a:t>
            </a:fld>
            <a:endParaRPr lang="en-US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70EA746-398B-29E2-175A-EC78F5F2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3727-8DB0-479A-83DE-7EB7A32467C7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and Bird: multipart construction</a:t>
            </a:r>
            <a:endParaRPr lang="en-US" sz="3000" dirty="0"/>
          </a:p>
        </p:txBody>
      </p:sp>
      <p:pic>
        <p:nvPicPr>
          <p:cNvPr id="9" name="Image 0" descr="C:\Users\USER\OneDrive\My Codes\GitHub\Graphics-Project\objects\human\assembl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" y="1508760"/>
            <a:ext cx="2523744" cy="18928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first part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human\assembly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08760"/>
            <a:ext cx="2523744" cy="18928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10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human\assembly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728" y="1508760"/>
            <a:ext cx="2523744" cy="18928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complete, 21 cuboids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bird\assembly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336" y="3840480"/>
            <a:ext cx="2523744" cy="18928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first part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bird\assembly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840480"/>
            <a:ext cx="2523744" cy="18928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5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bird\assembly-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728" y="3840480"/>
            <a:ext cx="2523744" cy="189280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complete, 10 cuboids</a:t>
            </a:r>
            <a:endParaRPr lang="en-US" sz="1200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179DC45-F479-4A0C-F40C-AACC203367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9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FA427B4B-8D35-BBEC-AAE2-5CCD8D92D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D690A-499B-410C-8BC5-B40E42DB23C0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Lighting: Day and Night</a:t>
            </a:r>
            <a:endParaRPr lang="en-US" sz="3000" dirty="0"/>
          </a:p>
        </p:txBody>
      </p:sp>
      <p:pic>
        <p:nvPicPr>
          <p:cNvPr id="9" name="Image 0" descr="C:\Users\USER\OneDrive\My Codes\GitHub\Graphics-Project\lighting\day-2-mask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54480"/>
            <a:ext cx="5266944" cy="3950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59612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: ambient fill and directional sunlight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2-mask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204" y="1554480"/>
            <a:ext cx="5266944" cy="39502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559612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 : ambient fill, 8 point lamps and 6 spotlights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4944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scene and camera; different source intensities.</a:t>
            </a:r>
            <a:endParaRPr lang="en-US" sz="1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C7A52A-E7EB-5C34-6B76-10530AB446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10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BFB2EDB-A3AB-F249-D701-8BFF5B8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FA03-115D-4B7C-93D0-3B179DB11E76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Lighting: Source-by-source comparison</a:t>
            </a:r>
            <a:endParaRPr lang="en-US" sz="3000" dirty="0"/>
          </a:p>
        </p:txBody>
      </p:sp>
      <p:pic>
        <p:nvPicPr>
          <p:cNvPr id="9" name="Image 0" descr="C:\Users\USER\OneDrive\My Codes\GitHub\Graphics-Project\lighting\day-2-mask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020" y="1481328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428054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 — constant background fill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day-2-mask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564" y="1481328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3428054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Directional — orientation-dependent sunlight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020" y="3835908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584301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lamps — local light with distance falloff</a:t>
            </a:r>
            <a:endParaRPr lang="en-US" sz="1200" dirty="0"/>
          </a:p>
        </p:txBody>
      </p:sp>
      <p:pic>
        <p:nvPicPr>
          <p:cNvPr id="15" name="Image 3" descr="C:\Users\USER\OneDrive\My Codes\GitHub\Graphics-Project\lighting\night-2-mask-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564" y="3835908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0488" y="584301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Spotlights — focused beams with soft cone edges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9499C4-D52F-D4F8-303F-2B05F51593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11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D883522-CD50-9B05-03A8-0A58C3DD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455E-A04D-47F9-AF2A-B87B214CCE98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Shading: Flat, Gouraud and Phong</a:t>
            </a:r>
            <a:endParaRPr lang="en-US" sz="3000" dirty="0"/>
          </a:p>
        </p:txBody>
      </p:sp>
      <p:pic>
        <p:nvPicPr>
          <p:cNvPr id="9" name="Image 0" descr="C:\Users\USER\OneDrive\My Codes\GitHub\Graphics-Project\lighting\night-0-mask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56816"/>
            <a:ext cx="3462528" cy="2596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469087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Flat: one lighting value per triangle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1-mask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640" y="1956816"/>
            <a:ext cx="3462528" cy="2596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469087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Gouraud</a:t>
            </a: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interpolated vertex lighting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336" y="1956816"/>
            <a:ext cx="3462528" cy="2596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469087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Phong: lighting evaluated per fragment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5212080"/>
          <a:ext cx="10789920" cy="1026160"/>
        </p:xfrm>
        <a:graphic>
          <a:graphicData uri="http://schemas.openxmlformats.org/drawingml/2006/table">
            <a:tbl>
              <a:tblPr/>
              <a:tblGrid>
                <a:gridCol w="3593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Gouraud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Constant triangle regions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Smooth vertex-to-vertex variation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Detailed local light and highlights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DD71AD-A8A1-877F-B692-DE9C77A9CB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12</a:t>
            </a:fld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499EE1D-FBEA-4539-3F17-3CC3B170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27F-6F6A-4150-943D-278B9F51F1FD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Shading: Close-up comparison</a:t>
            </a:r>
            <a:endParaRPr lang="en-US" sz="3000" dirty="0"/>
          </a:p>
        </p:txBody>
      </p:sp>
      <p:pic>
        <p:nvPicPr>
          <p:cNvPr id="9" name="Image 0" descr="C:\Users\USER\OneDrive\My Codes\GitHub\Graphics-Project\lighting\night-0-mask-15-cl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071116"/>
            <a:ext cx="3462528" cy="2596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475945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 — triangle boundaries are visible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1-mask-15-cl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640" y="2071116"/>
            <a:ext cx="3462528" cy="2596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475945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Gouraud — light blends between vertices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15-cl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336" y="2071116"/>
            <a:ext cx="3462528" cy="2596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475945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 — light responds at each fragment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94944" y="5532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camera, geometry and lights; only the shading method changes.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868680" y="5989320"/>
            <a:ext cx="10424160" cy="347472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014984" y="6071616"/>
            <a:ext cx="10131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Diffuse ∝ max(N · L, 0)     |     Specular ∝ max(R · V, 0)ⁿ</a:t>
            </a:r>
            <a:endParaRPr lang="en-US" sz="1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976949-8250-D29A-EBD2-6058FFD51A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13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9CC36F17-101B-E498-6BA0-CE8407E8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39FB-12ED-4257-959D-D45803F2571A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3000" dirty="0"/>
          </a:p>
        </p:txBody>
      </p:sp>
      <p:pic>
        <p:nvPicPr>
          <p:cNvPr id="9" name="Image 0" descr="C:\Users\USER\OneDrive\My Codes\GitHub\Graphics-Project\docs\images\release-ar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284" y="868681"/>
            <a:ext cx="3911892" cy="24449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7825" y="1652746"/>
            <a:ext cx="5370832" cy="445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One reusable cube.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Complete 3D assemblies.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Seven progressive levels.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Three shading methods.</a:t>
            </a:r>
          </a:p>
          <a:p>
            <a:endParaRPr lang="en-US" sz="24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Modelling, animation, and lighting combined in one interactive project.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17825" y="3536733"/>
            <a:ext cx="50775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pic>
        <p:nvPicPr>
          <p:cNvPr id="12" name="Image 0" descr="C:\Users\USER\OneDrive\My Codes\GitHub\Graphics-Project\docs\images\release-night-arena.png">
            <a:extLst>
              <a:ext uri="{FF2B5EF4-FFF2-40B4-BE49-F238E27FC236}">
                <a16:creationId xmlns:a16="http://schemas.microsoft.com/office/drawing/2014/main" id="{4386D69B-D983-AA4F-F314-376F1D526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284" y="3544388"/>
            <a:ext cx="3911891" cy="2444932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D7B2526-323F-3439-6BA6-B149210E51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14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AB8D5E7-0EFA-D352-A16A-61D49A12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012D-6DA0-4901-A0F5-0ECDEFFDE5DF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09536" y="2501876"/>
            <a:ext cx="3372928" cy="185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9B4545-4B83-38C8-1B4F-D0C2D791C3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15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42619FF-F349-4A98-B3EB-0A28DF0B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FD84-D480-4500-9D56-6AAC2A77E026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25</TotalTime>
  <Words>785</Words>
  <Application>Microsoft Office PowerPoint</Application>
  <PresentationFormat>Widescreen</PresentationFormat>
  <Paragraphs>190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Target Shooter</dc:title>
  <dc:subject>Computer Graphics project report presentation</dc:subject>
  <dc:creator>Kazi Rifat Al Muin</dc:creator>
  <cp:lastModifiedBy>Kazi Rifat Al Muin</cp:lastModifiedBy>
  <cp:revision>1</cp:revision>
  <dcterms:created xsi:type="dcterms:W3CDTF">2026-10-12T07:05:14Z</dcterms:created>
  <dcterms:modified xsi:type="dcterms:W3CDTF">2026-10-12T07:50:01Z</dcterms:modified>
</cp:coreProperties>
</file>